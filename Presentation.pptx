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3"/>
  </p:notesMasterIdLst>
  <p:sldIdLst>
    <p:sldId id="26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786CF66-46F9-478A-BFE3-436F57CD3BDC}">
          <p14:sldIdLst>
            <p14:sldId id="266"/>
            <p14:sldId id="258"/>
            <p14:sldId id="257"/>
            <p14:sldId id="259"/>
            <p14:sldId id="260"/>
            <p14:sldId id="261"/>
            <p14:sldId id="262"/>
            <p14:sldId id="263"/>
            <p14:sldId id="264"/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0C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938769-18B4-4EC0-AC66-B6D7AF672A6D}" v="237" dt="2026-03-05T11:39:18.7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ibhav B" userId="9a610d83afb84172" providerId="LiveId" clId="{A33BD559-184C-43FA-BCCA-1DB5E6D7C43B}"/>
    <pc:docChg chg="undo redo custSel addSld delSld modSld sldOrd addSection modSection">
      <pc:chgData name="vaibhav B" userId="9a610d83afb84172" providerId="LiveId" clId="{A33BD559-184C-43FA-BCCA-1DB5E6D7C43B}" dt="2026-03-05T11:57:12.084" v="2157" actId="20577"/>
      <pc:docMkLst>
        <pc:docMk/>
      </pc:docMkLst>
      <pc:sldChg chg="modSp mod">
        <pc:chgData name="vaibhav B" userId="9a610d83afb84172" providerId="LiveId" clId="{A33BD559-184C-43FA-BCCA-1DB5E6D7C43B}" dt="2026-03-05T11:53:42.136" v="2156" actId="255"/>
        <pc:sldMkLst>
          <pc:docMk/>
          <pc:sldMk cId="3164937820" sldId="257"/>
        </pc:sldMkLst>
        <pc:spChg chg="mod">
          <ac:chgData name="vaibhav B" userId="9a610d83afb84172" providerId="LiveId" clId="{A33BD559-184C-43FA-BCCA-1DB5E6D7C43B}" dt="2026-03-05T11:52:50.245" v="2154" actId="207"/>
          <ac:spMkLst>
            <pc:docMk/>
            <pc:sldMk cId="3164937820" sldId="257"/>
            <ac:spMk id="2" creationId="{5C337DEF-F0F3-5AF9-7767-71B216915CC2}"/>
          </ac:spMkLst>
        </pc:spChg>
        <pc:spChg chg="mod">
          <ac:chgData name="vaibhav B" userId="9a610d83afb84172" providerId="LiveId" clId="{A33BD559-184C-43FA-BCCA-1DB5E6D7C43B}" dt="2026-03-05T11:53:42.136" v="2156" actId="255"/>
          <ac:spMkLst>
            <pc:docMk/>
            <pc:sldMk cId="3164937820" sldId="257"/>
            <ac:spMk id="3" creationId="{39B88CED-0C63-567F-0C58-5B58E265A84A}"/>
          </ac:spMkLst>
        </pc:spChg>
      </pc:sldChg>
      <pc:sldChg chg="modSp mod">
        <pc:chgData name="vaibhav B" userId="9a610d83afb84172" providerId="LiveId" clId="{A33BD559-184C-43FA-BCCA-1DB5E6D7C43B}" dt="2026-03-05T11:44:09.583" v="2141" actId="1076"/>
        <pc:sldMkLst>
          <pc:docMk/>
          <pc:sldMk cId="2529182131" sldId="258"/>
        </pc:sldMkLst>
        <pc:picChg chg="mod">
          <ac:chgData name="vaibhav B" userId="9a610d83afb84172" providerId="LiveId" clId="{A33BD559-184C-43FA-BCCA-1DB5E6D7C43B}" dt="2026-03-05T11:44:09.583" v="2141" actId="1076"/>
          <ac:picMkLst>
            <pc:docMk/>
            <pc:sldMk cId="2529182131" sldId="258"/>
            <ac:picMk id="3" creationId="{784D3E58-4AE3-16A2-9C35-56AA77B11F70}"/>
          </ac:picMkLst>
        </pc:picChg>
      </pc:sldChg>
      <pc:sldChg chg="addSp delSp modSp mod modClrScheme chgLayout">
        <pc:chgData name="vaibhav B" userId="9a610d83afb84172" providerId="LiveId" clId="{A33BD559-184C-43FA-BCCA-1DB5E6D7C43B}" dt="2026-03-05T11:52:23.649" v="2153" actId="14100"/>
        <pc:sldMkLst>
          <pc:docMk/>
          <pc:sldMk cId="3316471332" sldId="259"/>
        </pc:sldMkLst>
        <pc:spChg chg="del">
          <ac:chgData name="vaibhav B" userId="9a610d83afb84172" providerId="LiveId" clId="{A33BD559-184C-43FA-BCCA-1DB5E6D7C43B}" dt="2026-03-05T11:51:55.649" v="2150" actId="700"/>
          <ac:spMkLst>
            <pc:docMk/>
            <pc:sldMk cId="3316471332" sldId="259"/>
            <ac:spMk id="2" creationId="{EAA83032-BCD7-8600-7BB6-C672B807FFD4}"/>
          </ac:spMkLst>
        </pc:spChg>
        <pc:spChg chg="add del mod">
          <ac:chgData name="vaibhav B" userId="9a610d83afb84172" providerId="LiveId" clId="{A33BD559-184C-43FA-BCCA-1DB5E6D7C43B}" dt="2026-03-05T11:51:55.649" v="2150" actId="700"/>
          <ac:spMkLst>
            <pc:docMk/>
            <pc:sldMk cId="3316471332" sldId="259"/>
            <ac:spMk id="4" creationId="{601DCC4C-4029-6B77-9A6B-F694740DE5D3}"/>
          </ac:spMkLst>
        </pc:spChg>
        <pc:picChg chg="del mod">
          <ac:chgData name="vaibhav B" userId="9a610d83afb84172" providerId="LiveId" clId="{A33BD559-184C-43FA-BCCA-1DB5E6D7C43B}" dt="2026-03-05T11:51:44.751" v="2149" actId="21"/>
          <ac:picMkLst>
            <pc:docMk/>
            <pc:sldMk cId="3316471332" sldId="259"/>
            <ac:picMk id="5" creationId="{853B193D-CE6F-D499-6ABF-627E3E9A349B}"/>
          </ac:picMkLst>
        </pc:picChg>
        <pc:picChg chg="add mod">
          <ac:chgData name="vaibhav B" userId="9a610d83afb84172" providerId="LiveId" clId="{A33BD559-184C-43FA-BCCA-1DB5E6D7C43B}" dt="2026-03-05T11:52:23.649" v="2153" actId="14100"/>
          <ac:picMkLst>
            <pc:docMk/>
            <pc:sldMk cId="3316471332" sldId="259"/>
            <ac:picMk id="7" creationId="{6D16C91E-F0C6-CC4B-F06E-616C07634879}"/>
          </ac:picMkLst>
        </pc:picChg>
      </pc:sldChg>
      <pc:sldChg chg="addSp delSp modSp new mod modClrScheme chgLayout">
        <pc:chgData name="vaibhav B" userId="9a610d83afb84172" providerId="LiveId" clId="{A33BD559-184C-43FA-BCCA-1DB5E6D7C43B}" dt="2026-03-05T07:18:56.757" v="349" actId="12788"/>
        <pc:sldMkLst>
          <pc:docMk/>
          <pc:sldMk cId="563596499" sldId="260"/>
        </pc:sldMkLst>
        <pc:spChg chg="del">
          <ac:chgData name="vaibhav B" userId="9a610d83afb84172" providerId="LiveId" clId="{A33BD559-184C-43FA-BCCA-1DB5E6D7C43B}" dt="2026-03-05T06:23:50.128" v="5" actId="700"/>
          <ac:spMkLst>
            <pc:docMk/>
            <pc:sldMk cId="563596499" sldId="260"/>
            <ac:spMk id="2" creationId="{9CE6FEE6-D199-416F-D553-B7C9D55CDAC1}"/>
          </ac:spMkLst>
        </pc:spChg>
        <pc:spChg chg="del">
          <ac:chgData name="vaibhav B" userId="9a610d83afb84172" providerId="LiveId" clId="{A33BD559-184C-43FA-BCCA-1DB5E6D7C43B}" dt="2026-03-05T06:23:50.128" v="5" actId="700"/>
          <ac:spMkLst>
            <pc:docMk/>
            <pc:sldMk cId="563596499" sldId="260"/>
            <ac:spMk id="3" creationId="{ACC474F1-A890-FC8E-391A-DEC9638E90E2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4" creationId="{79CE18CE-1A20-52A2-A702-67797044CC92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5" creationId="{4C7D05ED-174C-E769-AC12-623DD8876B47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6" creationId="{13EBBE3B-6FB6-8C9C-AF0D-6962DF9F9018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7" creationId="{0750FBE7-92D2-15F1-7AB2-55984ECDA32F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8" creationId="{0D845B97-A37E-E7F3-B325-DEFF9B9B0191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9" creationId="{B1DBF711-5519-7B46-35A4-A9061BAD27C1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10" creationId="{9E90E0FF-57A4-A5AF-7973-5C5DA0E917B0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11" creationId="{EBB93CDF-DDF0-ACC7-1CCB-F74069EB72AA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12" creationId="{21A0A4AD-5F0B-4552-6E62-D046360A6A00}"/>
          </ac:spMkLst>
        </pc:spChg>
        <pc:spChg chg="add mod">
          <ac:chgData name="vaibhav B" userId="9a610d83afb84172" providerId="LiveId" clId="{A33BD559-184C-43FA-BCCA-1DB5E6D7C43B}" dt="2026-03-05T07:18:56.757" v="349" actId="12788"/>
          <ac:spMkLst>
            <pc:docMk/>
            <pc:sldMk cId="563596499" sldId="260"/>
            <ac:spMk id="13" creationId="{B2E10DAF-1474-F6DC-4A8A-721DC5FC19A7}"/>
          </ac:spMkLst>
        </pc:spChg>
        <pc:spChg chg="add mod">
          <ac:chgData name="vaibhav B" userId="9a610d83afb84172" providerId="LiveId" clId="{A33BD559-184C-43FA-BCCA-1DB5E6D7C43B}" dt="2026-03-05T07:14:24.348" v="316" actId="255"/>
          <ac:spMkLst>
            <pc:docMk/>
            <pc:sldMk cId="563596499" sldId="260"/>
            <ac:spMk id="14" creationId="{B0A1CAF9-1CAB-FB7F-67A2-7A2FA3C5ED9E}"/>
          </ac:spMkLst>
        </pc:spChg>
      </pc:sldChg>
      <pc:sldChg chg="del">
        <pc:chgData name="vaibhav B" userId="9a610d83afb84172" providerId="LiveId" clId="{A33BD559-184C-43FA-BCCA-1DB5E6D7C43B}" dt="2026-03-05T06:22:49.826" v="2" actId="2696"/>
        <pc:sldMkLst>
          <pc:docMk/>
          <pc:sldMk cId="3611852844" sldId="260"/>
        </pc:sldMkLst>
      </pc:sldChg>
      <pc:sldChg chg="add modTransition">
        <pc:chgData name="vaibhav B" userId="9a610d83afb84172" providerId="LiveId" clId="{A33BD559-184C-43FA-BCCA-1DB5E6D7C43B}" dt="2026-03-05T07:19:16.990" v="350"/>
        <pc:sldMkLst>
          <pc:docMk/>
          <pc:sldMk cId="1198123915" sldId="261"/>
        </pc:sldMkLst>
      </pc:sldChg>
      <pc:sldChg chg="del">
        <pc:chgData name="vaibhav B" userId="9a610d83afb84172" providerId="LiveId" clId="{A33BD559-184C-43FA-BCCA-1DB5E6D7C43B}" dt="2026-03-05T06:22:53.650" v="3" actId="2696"/>
        <pc:sldMkLst>
          <pc:docMk/>
          <pc:sldMk cId="2252235903" sldId="261"/>
        </pc:sldMkLst>
      </pc:sldChg>
      <pc:sldChg chg="addSp delSp modSp new mod modClrScheme chgLayout">
        <pc:chgData name="vaibhav B" userId="9a610d83afb84172" providerId="LiveId" clId="{A33BD559-184C-43FA-BCCA-1DB5E6D7C43B}" dt="2026-03-05T11:57:12.084" v="2157" actId="20577"/>
        <pc:sldMkLst>
          <pc:docMk/>
          <pc:sldMk cId="1427749409" sldId="262"/>
        </pc:sldMkLst>
        <pc:spChg chg="add del mod ord">
          <ac:chgData name="vaibhav B" userId="9a610d83afb84172" providerId="LiveId" clId="{A33BD559-184C-43FA-BCCA-1DB5E6D7C43B}" dt="2026-03-05T07:24:04.126" v="353" actId="700"/>
          <ac:spMkLst>
            <pc:docMk/>
            <pc:sldMk cId="1427749409" sldId="262"/>
            <ac:spMk id="2" creationId="{1A60CDBB-E8A5-3C3A-9DE8-964BA29B58BD}"/>
          </ac:spMkLst>
        </pc:spChg>
        <pc:spChg chg="add mod ord">
          <ac:chgData name="vaibhav B" userId="9a610d83afb84172" providerId="LiveId" clId="{A33BD559-184C-43FA-BCCA-1DB5E6D7C43B}" dt="2026-03-05T10:21:06.535" v="1343" actId="114"/>
          <ac:spMkLst>
            <pc:docMk/>
            <pc:sldMk cId="1427749409" sldId="262"/>
            <ac:spMk id="3" creationId="{1B6AD4DD-0623-3141-87B4-47D0848A3F91}"/>
          </ac:spMkLst>
        </pc:spChg>
        <pc:spChg chg="add mod ord">
          <ac:chgData name="vaibhav B" userId="9a610d83afb84172" providerId="LiveId" clId="{A33BD559-184C-43FA-BCCA-1DB5E6D7C43B}" dt="2026-03-05T11:57:12.084" v="2157" actId="20577"/>
          <ac:spMkLst>
            <pc:docMk/>
            <pc:sldMk cId="1427749409" sldId="262"/>
            <ac:spMk id="4" creationId="{D89C2AA6-83EE-BA1C-8BA7-DD8B9526415F}"/>
          </ac:spMkLst>
        </pc:spChg>
      </pc:sldChg>
      <pc:sldChg chg="addSp delSp modSp new mod delAnim modAnim">
        <pc:chgData name="vaibhav B" userId="9a610d83afb84172" providerId="LiveId" clId="{A33BD559-184C-43FA-BCCA-1DB5E6D7C43B}" dt="2026-03-05T10:03:58.747" v="1288" actId="1076"/>
        <pc:sldMkLst>
          <pc:docMk/>
          <pc:sldMk cId="2731499953" sldId="263"/>
        </pc:sldMkLst>
        <pc:spChg chg="add del mod">
          <ac:chgData name="vaibhav B" userId="9a610d83afb84172" providerId="LiveId" clId="{A33BD559-184C-43FA-BCCA-1DB5E6D7C43B}" dt="2026-03-05T08:02:15.582" v="718" actId="21"/>
          <ac:spMkLst>
            <pc:docMk/>
            <pc:sldMk cId="2731499953" sldId="263"/>
            <ac:spMk id="2" creationId="{BF6E5991-6C40-F4C9-AEA5-E68CB67FFDAE}"/>
          </ac:spMkLst>
        </pc:spChg>
        <pc:spChg chg="add del mod">
          <ac:chgData name="vaibhav B" userId="9a610d83afb84172" providerId="LiveId" clId="{A33BD559-184C-43FA-BCCA-1DB5E6D7C43B}" dt="2026-03-05T08:02:15.582" v="718" actId="21"/>
          <ac:spMkLst>
            <pc:docMk/>
            <pc:sldMk cId="2731499953" sldId="263"/>
            <ac:spMk id="3" creationId="{4D674F70-4A8E-942F-685B-8519B5C5BB57}"/>
          </ac:spMkLst>
        </pc:spChg>
        <pc:spChg chg="add del">
          <ac:chgData name="vaibhav B" userId="9a610d83afb84172" providerId="LiveId" clId="{A33BD559-184C-43FA-BCCA-1DB5E6D7C43B}" dt="2026-03-05T08:01:46.933" v="710" actId="11529"/>
          <ac:spMkLst>
            <pc:docMk/>
            <pc:sldMk cId="2731499953" sldId="263"/>
            <ac:spMk id="4" creationId="{D6A28F68-2E83-A49E-4680-E11B9F0A71D0}"/>
          </ac:spMkLst>
        </pc:spChg>
        <pc:spChg chg="add del mod">
          <ac:chgData name="vaibhav B" userId="9a610d83afb84172" providerId="LiveId" clId="{A33BD559-184C-43FA-BCCA-1DB5E6D7C43B}" dt="2026-03-05T08:02:13.431" v="716" actId="11529"/>
          <ac:spMkLst>
            <pc:docMk/>
            <pc:sldMk cId="2731499953" sldId="263"/>
            <ac:spMk id="5" creationId="{E2B7ADFB-7AE4-CE02-9710-8DE4BCECD9BB}"/>
          </ac:spMkLst>
        </pc:spChg>
        <pc:spChg chg="add del">
          <ac:chgData name="vaibhav B" userId="9a610d83afb84172" providerId="LiveId" clId="{A33BD559-184C-43FA-BCCA-1DB5E6D7C43B}" dt="2026-03-05T08:02:54.807" v="720" actId="11529"/>
          <ac:spMkLst>
            <pc:docMk/>
            <pc:sldMk cId="2731499953" sldId="263"/>
            <ac:spMk id="6" creationId="{F7AA24AB-5CA6-8C8C-3F4E-744CEFACCBD6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7" creationId="{72291F1E-1986-944B-93C5-F2AB5AF26C0D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8" creationId="{FC71F3CC-E198-6255-6F75-950B00414844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9" creationId="{B58717BF-2CB5-759C-E90A-6377E32470CB}"/>
          </ac:spMkLst>
        </pc:spChg>
        <pc:spChg chg="add del mod">
          <ac:chgData name="vaibhav B" userId="9a610d83afb84172" providerId="LiveId" clId="{A33BD559-184C-43FA-BCCA-1DB5E6D7C43B}" dt="2026-03-05T08:16:09.077" v="862" actId="21"/>
          <ac:spMkLst>
            <pc:docMk/>
            <pc:sldMk cId="2731499953" sldId="263"/>
            <ac:spMk id="10" creationId="{EA742D08-CA30-984D-EE0E-7FA1FAF34D39}"/>
          </ac:spMkLst>
        </pc:spChg>
        <pc:spChg chg="add del mod">
          <ac:chgData name="vaibhav B" userId="9a610d83afb84172" providerId="LiveId" clId="{A33BD559-184C-43FA-BCCA-1DB5E6D7C43B}" dt="2026-03-05T08:16:13.563" v="864" actId="21"/>
          <ac:spMkLst>
            <pc:docMk/>
            <pc:sldMk cId="2731499953" sldId="263"/>
            <ac:spMk id="11" creationId="{2156F2BD-E7B7-EF1B-952C-F91C22AD5DD3}"/>
          </ac:spMkLst>
        </pc:spChg>
        <pc:spChg chg="add del mod">
          <ac:chgData name="vaibhav B" userId="9a610d83afb84172" providerId="LiveId" clId="{A33BD559-184C-43FA-BCCA-1DB5E6D7C43B}" dt="2026-03-05T08:16:25.364" v="866" actId="21"/>
          <ac:spMkLst>
            <pc:docMk/>
            <pc:sldMk cId="2731499953" sldId="263"/>
            <ac:spMk id="12" creationId="{A6CAC0FF-5D3F-45A1-78A6-7913FFD56756}"/>
          </ac:spMkLst>
        </pc:spChg>
        <pc:spChg chg="add mod">
          <ac:chgData name="vaibhav B" userId="9a610d83afb84172" providerId="LiveId" clId="{A33BD559-184C-43FA-BCCA-1DB5E6D7C43B}" dt="2026-03-05T10:03:19.251" v="1281" actId="12788"/>
          <ac:spMkLst>
            <pc:docMk/>
            <pc:sldMk cId="2731499953" sldId="263"/>
            <ac:spMk id="13" creationId="{37E97B91-E69F-3467-F3A2-D408B2AA43E0}"/>
          </ac:spMkLst>
        </pc:spChg>
        <pc:spChg chg="add del mod">
          <ac:chgData name="vaibhav B" userId="9a610d83afb84172" providerId="LiveId" clId="{A33BD559-184C-43FA-BCCA-1DB5E6D7C43B}" dt="2026-03-05T08:16:11.480" v="863" actId="21"/>
          <ac:spMkLst>
            <pc:docMk/>
            <pc:sldMk cId="2731499953" sldId="263"/>
            <ac:spMk id="14" creationId="{E8794F64-3EEC-E327-0E70-9B548BF114BA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15" creationId="{DF4977B2-8851-33F4-1139-FA89A9B729DA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16" creationId="{DEFD1552-BCFF-B709-BB82-B064AF531E53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17" creationId="{1CFD8D5E-64A4-45F5-C1AD-33A0FDBFA8CD}"/>
          </ac:spMkLst>
        </pc:spChg>
        <pc:spChg chg="add del mod">
          <ac:chgData name="vaibhav B" userId="9a610d83afb84172" providerId="LiveId" clId="{A33BD559-184C-43FA-BCCA-1DB5E6D7C43B}" dt="2026-03-05T08:16:27.592" v="867" actId="21"/>
          <ac:spMkLst>
            <pc:docMk/>
            <pc:sldMk cId="2731499953" sldId="263"/>
            <ac:spMk id="18" creationId="{1FBD6543-4E4D-A464-C515-22D56BFFA552}"/>
          </ac:spMkLst>
        </pc:spChg>
        <pc:spChg chg="add del mod">
          <ac:chgData name="vaibhav B" userId="9a610d83afb84172" providerId="LiveId" clId="{A33BD559-184C-43FA-BCCA-1DB5E6D7C43B}" dt="2026-03-05T08:16:29.464" v="868" actId="21"/>
          <ac:spMkLst>
            <pc:docMk/>
            <pc:sldMk cId="2731499953" sldId="263"/>
            <ac:spMk id="19" creationId="{5E2DDC0C-CC07-8123-5272-4C7B1295CE5F}"/>
          </ac:spMkLst>
        </pc:spChg>
        <pc:spChg chg="add del mod">
          <ac:chgData name="vaibhav B" userId="9a610d83afb84172" providerId="LiveId" clId="{A33BD559-184C-43FA-BCCA-1DB5E6D7C43B}" dt="2026-03-05T08:15:58.715" v="860" actId="21"/>
          <ac:spMkLst>
            <pc:docMk/>
            <pc:sldMk cId="2731499953" sldId="263"/>
            <ac:spMk id="20" creationId="{2D92258A-4A41-5E4C-7FD1-E35BE52BD540}"/>
          </ac:spMkLst>
        </pc:spChg>
        <pc:spChg chg="add del mod">
          <ac:chgData name="vaibhav B" userId="9a610d83afb84172" providerId="LiveId" clId="{A33BD559-184C-43FA-BCCA-1DB5E6D7C43B}" dt="2026-03-05T08:15:56.786" v="859" actId="21"/>
          <ac:spMkLst>
            <pc:docMk/>
            <pc:sldMk cId="2731499953" sldId="263"/>
            <ac:spMk id="21" creationId="{7C9E6204-FBA3-B46A-90AA-51F97349A23E}"/>
          </ac:spMkLst>
        </pc:spChg>
        <pc:spChg chg="add del mod">
          <ac:chgData name="vaibhav B" userId="9a610d83afb84172" providerId="LiveId" clId="{A33BD559-184C-43FA-BCCA-1DB5E6D7C43B}" dt="2026-03-05T08:17:02.880" v="873" actId="21"/>
          <ac:spMkLst>
            <pc:docMk/>
            <pc:sldMk cId="2731499953" sldId="263"/>
            <ac:spMk id="22" creationId="{B2577DBE-028F-547E-2877-A820187BD35E}"/>
          </ac:spMkLst>
        </pc:spChg>
        <pc:spChg chg="add del mod">
          <ac:chgData name="vaibhav B" userId="9a610d83afb84172" providerId="LiveId" clId="{A33BD559-184C-43FA-BCCA-1DB5E6D7C43B}" dt="2026-03-05T08:22:10.614" v="971"/>
          <ac:spMkLst>
            <pc:docMk/>
            <pc:sldMk cId="2731499953" sldId="263"/>
            <ac:spMk id="23" creationId="{9C4C4307-4E73-C6D3-8BCF-926FED4B097B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24" creationId="{81913570-6780-9F90-DE57-691E3F553728}"/>
          </ac:spMkLst>
        </pc:spChg>
        <pc:spChg chg="add del">
          <ac:chgData name="vaibhav B" userId="9a610d83afb84172" providerId="LiveId" clId="{A33BD559-184C-43FA-BCCA-1DB5E6D7C43B}" dt="2026-03-05T09:40:22.186" v="1000" actId="21"/>
          <ac:spMkLst>
            <pc:docMk/>
            <pc:sldMk cId="2731499953" sldId="263"/>
            <ac:spMk id="25" creationId="{1BE0C94D-00BE-6D65-AA58-2FF01989D0F6}"/>
          </ac:spMkLst>
        </pc:spChg>
        <pc:spChg chg="add del mod">
          <ac:chgData name="vaibhav B" userId="9a610d83afb84172" providerId="LiveId" clId="{A33BD559-184C-43FA-BCCA-1DB5E6D7C43B}" dt="2026-03-05T10:00:33.744" v="1196"/>
          <ac:spMkLst>
            <pc:docMk/>
            <pc:sldMk cId="2731499953" sldId="263"/>
            <ac:spMk id="26" creationId="{79875FB0-8FC4-E9CD-1F1B-6D5B5393E0BB}"/>
          </ac:spMkLst>
        </pc:spChg>
        <pc:spChg chg="add del mod">
          <ac:chgData name="vaibhav B" userId="9a610d83afb84172" providerId="LiveId" clId="{A33BD559-184C-43FA-BCCA-1DB5E6D7C43B}" dt="2026-03-05T10:00:33.744" v="1198"/>
          <ac:spMkLst>
            <pc:docMk/>
            <pc:sldMk cId="2731499953" sldId="263"/>
            <ac:spMk id="27" creationId="{138FA6FE-6773-BDE9-B119-13BE4520FC87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28" creationId="{8E291DBB-5B22-65F8-1BB0-563383F5C959}"/>
          </ac:spMkLst>
        </pc:spChg>
        <pc:spChg chg="add mod">
          <ac:chgData name="vaibhav B" userId="9a610d83afb84172" providerId="LiveId" clId="{A33BD559-184C-43FA-BCCA-1DB5E6D7C43B}" dt="2026-03-05T09:51:01.254" v="1061" actId="767"/>
          <ac:spMkLst>
            <pc:docMk/>
            <pc:sldMk cId="2731499953" sldId="263"/>
            <ac:spMk id="29" creationId="{4DF098AD-B5B5-DA31-7AD8-28A62881CB64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30" creationId="{24341BC7-5226-293B-83DC-29DB176FDEE6}"/>
          </ac:spMkLst>
        </pc:spChg>
        <pc:spChg chg="add mod">
          <ac:chgData name="vaibhav B" userId="9a610d83afb84172" providerId="LiveId" clId="{A33BD559-184C-43FA-BCCA-1DB5E6D7C43B}" dt="2026-03-05T10:03:58.747" v="1288" actId="1076"/>
          <ac:spMkLst>
            <pc:docMk/>
            <pc:sldMk cId="2731499953" sldId="263"/>
            <ac:spMk id="31" creationId="{1EF7CBC1-763E-DA3A-4704-51F6B5814DEB}"/>
          </ac:spMkLst>
        </pc:spChg>
        <pc:spChg chg="add del mod">
          <ac:chgData name="vaibhav B" userId="9a610d83afb84172" providerId="LiveId" clId="{A33BD559-184C-43FA-BCCA-1DB5E6D7C43B}" dt="2026-03-05T09:56:31.794" v="1127"/>
          <ac:spMkLst>
            <pc:docMk/>
            <pc:sldMk cId="2731499953" sldId="263"/>
            <ac:spMk id="32" creationId="{608CA37E-5306-A27F-AE58-15F63098562A}"/>
          </ac:spMkLst>
        </pc:spChg>
        <pc:spChg chg="add del mod">
          <ac:chgData name="vaibhav B" userId="9a610d83afb84172" providerId="LiveId" clId="{A33BD559-184C-43FA-BCCA-1DB5E6D7C43B}" dt="2026-03-05T10:01:09.607" v="1264" actId="478"/>
          <ac:spMkLst>
            <pc:docMk/>
            <pc:sldMk cId="2731499953" sldId="263"/>
            <ac:spMk id="33" creationId="{B022ADD7-7086-4A91-A180-89B09B658529}"/>
          </ac:spMkLst>
        </pc:spChg>
      </pc:sldChg>
      <pc:sldChg chg="addSp modSp add mod modTransition modAnim">
        <pc:chgData name="vaibhav B" userId="9a610d83afb84172" providerId="LiveId" clId="{A33BD559-184C-43FA-BCCA-1DB5E6D7C43B}" dt="2026-03-05T10:17:55.918" v="1323"/>
        <pc:sldMkLst>
          <pc:docMk/>
          <pc:sldMk cId="290479912" sldId="264"/>
        </pc:sldMkLst>
        <pc:spChg chg="add mod">
          <ac:chgData name="vaibhav B" userId="9a610d83afb84172" providerId="LiveId" clId="{A33BD559-184C-43FA-BCCA-1DB5E6D7C43B}" dt="2026-03-05T10:06:31.134" v="1314" actId="1076"/>
          <ac:spMkLst>
            <pc:docMk/>
            <pc:sldMk cId="290479912" sldId="264"/>
            <ac:spMk id="2" creationId="{772779D4-7B72-1588-DDC2-E9BE7541560B}"/>
          </ac:spMkLst>
        </pc:spChg>
      </pc:sldChg>
      <pc:sldChg chg="addSp modSp new mod modClrScheme chgLayout">
        <pc:chgData name="vaibhav B" userId="9a610d83afb84172" providerId="LiveId" clId="{A33BD559-184C-43FA-BCCA-1DB5E6D7C43B}" dt="2026-03-05T10:38:54.574" v="1656" actId="27636"/>
        <pc:sldMkLst>
          <pc:docMk/>
          <pc:sldMk cId="1335691685" sldId="265"/>
        </pc:sldMkLst>
        <pc:spChg chg="add mod">
          <ac:chgData name="vaibhav B" userId="9a610d83afb84172" providerId="LiveId" clId="{A33BD559-184C-43FA-BCCA-1DB5E6D7C43B}" dt="2026-03-05T10:21:54.419" v="1347" actId="1076"/>
          <ac:spMkLst>
            <pc:docMk/>
            <pc:sldMk cId="1335691685" sldId="265"/>
            <ac:spMk id="2" creationId="{317FD2B2-6CD1-CB63-6378-3141A56157A8}"/>
          </ac:spMkLst>
        </pc:spChg>
        <pc:spChg chg="add mod">
          <ac:chgData name="vaibhav B" userId="9a610d83afb84172" providerId="LiveId" clId="{A33BD559-184C-43FA-BCCA-1DB5E6D7C43B}" dt="2026-03-05T10:38:54.574" v="1656" actId="27636"/>
          <ac:spMkLst>
            <pc:docMk/>
            <pc:sldMk cId="1335691685" sldId="265"/>
            <ac:spMk id="3" creationId="{0DEE303F-0627-2053-5ADF-D0062274346A}"/>
          </ac:spMkLst>
        </pc:spChg>
      </pc:sldChg>
      <pc:sldChg chg="addSp delSp modSp new mod ord modClrScheme delAnim modAnim chgLayout">
        <pc:chgData name="vaibhav B" userId="9a610d83afb84172" providerId="LiveId" clId="{A33BD559-184C-43FA-BCCA-1DB5E6D7C43B}" dt="2026-03-05T11:43:15.026" v="2136" actId="478"/>
        <pc:sldMkLst>
          <pc:docMk/>
          <pc:sldMk cId="2583377859" sldId="266"/>
        </pc:sldMkLst>
        <pc:spChg chg="del">
          <ac:chgData name="vaibhav B" userId="9a610d83afb84172" providerId="LiveId" clId="{A33BD559-184C-43FA-BCCA-1DB5E6D7C43B}" dt="2026-03-05T11:00:25.578" v="1670" actId="700"/>
          <ac:spMkLst>
            <pc:docMk/>
            <pc:sldMk cId="2583377859" sldId="266"/>
            <ac:spMk id="2" creationId="{BE771732-B739-E137-38FD-865F067BEB2A}"/>
          </ac:spMkLst>
        </pc:spChg>
        <pc:spChg chg="del">
          <ac:chgData name="vaibhav B" userId="9a610d83afb84172" providerId="LiveId" clId="{A33BD559-184C-43FA-BCCA-1DB5E6D7C43B}" dt="2026-03-05T11:00:25.578" v="1670" actId="700"/>
          <ac:spMkLst>
            <pc:docMk/>
            <pc:sldMk cId="2583377859" sldId="266"/>
            <ac:spMk id="3" creationId="{3C62E240-7488-4BEA-B121-83767E9D2ACA}"/>
          </ac:spMkLst>
        </pc:spChg>
        <pc:spChg chg="add del mod">
          <ac:chgData name="vaibhav B" userId="9a610d83afb84172" providerId="LiveId" clId="{A33BD559-184C-43FA-BCCA-1DB5E6D7C43B}" dt="2026-03-05T11:02:35.783" v="1687"/>
          <ac:spMkLst>
            <pc:docMk/>
            <pc:sldMk cId="2583377859" sldId="266"/>
            <ac:spMk id="4" creationId="{B6264EBE-97A0-2C01-091E-620E343E9895}"/>
          </ac:spMkLst>
        </pc:spChg>
        <pc:spChg chg="add del mod">
          <ac:chgData name="vaibhav B" userId="9a610d83afb84172" providerId="LiveId" clId="{A33BD559-184C-43FA-BCCA-1DB5E6D7C43B}" dt="2026-03-05T11:18:31.188" v="2079"/>
          <ac:spMkLst>
            <pc:docMk/>
            <pc:sldMk cId="2583377859" sldId="266"/>
            <ac:spMk id="5" creationId="{EDA57002-B918-D1A9-2883-3791D08222DE}"/>
          </ac:spMkLst>
        </pc:spChg>
        <pc:spChg chg="add del mod">
          <ac:chgData name="vaibhav B" userId="9a610d83afb84172" providerId="LiveId" clId="{A33BD559-184C-43FA-BCCA-1DB5E6D7C43B}" dt="2026-03-05T11:18:31.188" v="2079"/>
          <ac:spMkLst>
            <pc:docMk/>
            <pc:sldMk cId="2583377859" sldId="266"/>
            <ac:spMk id="6" creationId="{84E9DFAD-C51D-2B37-120B-CAC6BFF345BA}"/>
          </ac:spMkLst>
        </pc:spChg>
        <pc:spChg chg="add del mod">
          <ac:chgData name="vaibhav B" userId="9a610d83afb84172" providerId="LiveId" clId="{A33BD559-184C-43FA-BCCA-1DB5E6D7C43B}" dt="2026-03-05T11:18:31.188" v="2079"/>
          <ac:spMkLst>
            <pc:docMk/>
            <pc:sldMk cId="2583377859" sldId="266"/>
            <ac:spMk id="7" creationId="{AFBA7FE8-FA72-E130-19D2-DF9C68CFC627}"/>
          </ac:spMkLst>
        </pc:spChg>
        <pc:spChg chg="mod">
          <ac:chgData name="vaibhav B" userId="9a610d83afb84172" providerId="LiveId" clId="{A33BD559-184C-43FA-BCCA-1DB5E6D7C43B}" dt="2026-03-05T11:40:58.495" v="2134" actId="14861"/>
          <ac:spMkLst>
            <pc:docMk/>
            <pc:sldMk cId="2583377859" sldId="266"/>
            <ac:spMk id="8" creationId="{2E53E47A-6C67-762C-58D4-A7C98EEC3064}"/>
          </ac:spMkLst>
        </pc:spChg>
        <pc:spChg chg="add del mod">
          <ac:chgData name="vaibhav B" userId="9a610d83afb84172" providerId="LiveId" clId="{A33BD559-184C-43FA-BCCA-1DB5E6D7C43B}" dt="2026-03-05T11:43:15.026" v="2136" actId="478"/>
          <ac:spMkLst>
            <pc:docMk/>
            <pc:sldMk cId="2583377859" sldId="266"/>
            <ac:spMk id="13" creationId="{737AAC76-844B-1D7C-1875-4332086DDBBA}"/>
          </ac:spMkLst>
        </pc:spChg>
        <pc:picChg chg="add mod ord">
          <ac:chgData name="vaibhav B" userId="9a610d83afb84172" providerId="LiveId" clId="{A33BD559-184C-43FA-BCCA-1DB5E6D7C43B}" dt="2026-03-05T11:40:04.726" v="2130" actId="1076"/>
          <ac:picMkLst>
            <pc:docMk/>
            <pc:sldMk cId="2583377859" sldId="266"/>
            <ac:picMk id="10" creationId="{35716FCD-DD13-8C71-7D60-392295F4F981}"/>
          </ac:picMkLst>
        </pc:picChg>
        <pc:picChg chg="add del mod ord">
          <ac:chgData name="vaibhav B" userId="9a610d83afb84172" providerId="LiveId" clId="{A33BD559-184C-43FA-BCCA-1DB5E6D7C43B}" dt="2026-03-05T11:43:10.849" v="2135" actId="21"/>
          <ac:picMkLst>
            <pc:docMk/>
            <pc:sldMk cId="2583377859" sldId="266"/>
            <ac:picMk id="12" creationId="{8BBB9085-872D-A807-8B04-C16125D10035}"/>
          </ac:picMkLst>
        </pc:picChg>
      </pc:sldChg>
      <pc:sldChg chg="addSp modSp new mod">
        <pc:chgData name="vaibhav B" userId="9a610d83afb84172" providerId="LiveId" clId="{A33BD559-184C-43FA-BCCA-1DB5E6D7C43B}" dt="2026-03-05T11:49:16.108" v="2147" actId="14100"/>
        <pc:sldMkLst>
          <pc:docMk/>
          <pc:sldMk cId="3049456836" sldId="267"/>
        </pc:sldMkLst>
        <pc:picChg chg="add mod">
          <ac:chgData name="vaibhav B" userId="9a610d83afb84172" providerId="LiveId" clId="{A33BD559-184C-43FA-BCCA-1DB5E6D7C43B}" dt="2026-03-05T11:49:16.108" v="2147" actId="14100"/>
          <ac:picMkLst>
            <pc:docMk/>
            <pc:sldMk cId="3049456836" sldId="267"/>
            <ac:picMk id="3" creationId="{D4B9E198-5BAF-538B-3EFB-2334EF78AC9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A572C1-10FF-4A95-BA9D-B1CD08C297CB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2B52D2-BD57-41C6-8CD6-61EE297E5AE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3406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2B52D2-BD57-41C6-8CD6-61EE297E5AEE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838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7740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260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8955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4960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643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4133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597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8660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3885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2268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6362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52762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46828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2647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13250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72538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6528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E5B84B0-2B79-41A4-92FA-56AB0845DB8F}" type="datetimeFigureOut">
              <a:rPr lang="en-IN" smtClean="0"/>
              <a:t>05-03-2026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F5A2C88-1D3E-4A8D-9FA8-BC5A1967ACA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9539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5716FCD-DD13-8C71-7D60-392295F4F98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b="4507"/>
          <a:stretch>
            <a:fillRect/>
          </a:stretch>
        </p:blipFill>
        <p:spPr>
          <a:xfrm>
            <a:off x="-128336" y="0"/>
            <a:ext cx="12192000" cy="6858000"/>
          </a:xfrm>
          <a:prstGeom prst="rect">
            <a:avLst/>
          </a:prstGeom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53E47A-6C67-762C-58D4-A7C98EEC3064}"/>
              </a:ext>
            </a:extLst>
          </p:cNvPr>
          <p:cNvSpPr/>
          <p:nvPr/>
        </p:nvSpPr>
        <p:spPr>
          <a:xfrm>
            <a:off x="199238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9785338" y="4419949"/>
                </a:moveTo>
                <a:lnTo>
                  <a:pt x="9785785" y="4419949"/>
                </a:lnTo>
                <a:cubicBezTo>
                  <a:pt x="9791053" y="4435480"/>
                  <a:pt x="9795711" y="4448536"/>
                  <a:pt x="9799758" y="4459119"/>
                </a:cubicBezTo>
                <a:lnTo>
                  <a:pt x="9804865" y="4472411"/>
                </a:lnTo>
                <a:lnTo>
                  <a:pt x="9766260" y="4472411"/>
                </a:lnTo>
                <a:lnTo>
                  <a:pt x="9771365" y="4459119"/>
                </a:lnTo>
                <a:cubicBezTo>
                  <a:pt x="9775459" y="4448628"/>
                  <a:pt x="9780116" y="4435572"/>
                  <a:pt x="9785338" y="4419949"/>
                </a:cubicBezTo>
                <a:close/>
                <a:moveTo>
                  <a:pt x="8383936" y="4406890"/>
                </a:moveTo>
                <a:lnTo>
                  <a:pt x="8403469" y="4406890"/>
                </a:lnTo>
                <a:cubicBezTo>
                  <a:pt x="8409274" y="4406890"/>
                  <a:pt x="8414148" y="4407169"/>
                  <a:pt x="8418092" y="4407727"/>
                </a:cubicBezTo>
                <a:cubicBezTo>
                  <a:pt x="8422036" y="4408285"/>
                  <a:pt x="8425310" y="4409159"/>
                  <a:pt x="8427914" y="4410350"/>
                </a:cubicBezTo>
                <a:cubicBezTo>
                  <a:pt x="8431932" y="4412136"/>
                  <a:pt x="8434778" y="4414573"/>
                  <a:pt x="8436453" y="4417661"/>
                </a:cubicBezTo>
                <a:cubicBezTo>
                  <a:pt x="8438128" y="4420749"/>
                  <a:pt x="8438964" y="4424302"/>
                  <a:pt x="8438964" y="4428321"/>
                </a:cubicBezTo>
                <a:cubicBezTo>
                  <a:pt x="8438964" y="4433009"/>
                  <a:pt x="8437904" y="4437157"/>
                  <a:pt x="8435784" y="4440767"/>
                </a:cubicBezTo>
                <a:cubicBezTo>
                  <a:pt x="8433662" y="4444376"/>
                  <a:pt x="8429849" y="4447222"/>
                  <a:pt x="8424342" y="4449306"/>
                </a:cubicBezTo>
                <a:cubicBezTo>
                  <a:pt x="8421366" y="4450422"/>
                  <a:pt x="8417700" y="4451259"/>
                  <a:pt x="8413348" y="4451817"/>
                </a:cubicBezTo>
                <a:cubicBezTo>
                  <a:pt x="8408994" y="4452375"/>
                  <a:pt x="8403692" y="4452654"/>
                  <a:pt x="8397442" y="4452654"/>
                </a:cubicBezTo>
                <a:lnTo>
                  <a:pt x="8383936" y="4452654"/>
                </a:lnTo>
                <a:close/>
                <a:moveTo>
                  <a:pt x="8155336" y="4406890"/>
                </a:moveTo>
                <a:lnTo>
                  <a:pt x="8170739" y="4406890"/>
                </a:lnTo>
                <a:cubicBezTo>
                  <a:pt x="8176320" y="4406890"/>
                  <a:pt x="8181027" y="4407094"/>
                  <a:pt x="8184859" y="4407503"/>
                </a:cubicBezTo>
                <a:cubicBezTo>
                  <a:pt x="8188692" y="4407913"/>
                  <a:pt x="8191910" y="4408564"/>
                  <a:pt x="8194515" y="4409457"/>
                </a:cubicBezTo>
                <a:cubicBezTo>
                  <a:pt x="8199500" y="4411243"/>
                  <a:pt x="8202998" y="4413736"/>
                  <a:pt x="8205007" y="4416935"/>
                </a:cubicBezTo>
                <a:cubicBezTo>
                  <a:pt x="8207016" y="4420135"/>
                  <a:pt x="8208021" y="4423930"/>
                  <a:pt x="8208021" y="4428321"/>
                </a:cubicBezTo>
                <a:cubicBezTo>
                  <a:pt x="8208021" y="4431893"/>
                  <a:pt x="8207351" y="4435185"/>
                  <a:pt x="8206012" y="4438199"/>
                </a:cubicBezTo>
                <a:cubicBezTo>
                  <a:pt x="8204672" y="4441213"/>
                  <a:pt x="8202477" y="4443780"/>
                  <a:pt x="8199426" y="4445901"/>
                </a:cubicBezTo>
                <a:cubicBezTo>
                  <a:pt x="8196375" y="4448022"/>
                  <a:pt x="8192357" y="4449678"/>
                  <a:pt x="8187371" y="4450868"/>
                </a:cubicBezTo>
                <a:cubicBezTo>
                  <a:pt x="8182385" y="4452059"/>
                  <a:pt x="8176209" y="4452654"/>
                  <a:pt x="8168842" y="4452654"/>
                </a:cubicBezTo>
                <a:cubicBezTo>
                  <a:pt x="8166237" y="4452654"/>
                  <a:pt x="8163726" y="4452598"/>
                  <a:pt x="8161307" y="4452487"/>
                </a:cubicBezTo>
                <a:cubicBezTo>
                  <a:pt x="8158889" y="4452375"/>
                  <a:pt x="8156898" y="4452208"/>
                  <a:pt x="8155336" y="4451984"/>
                </a:cubicBezTo>
                <a:close/>
                <a:moveTo>
                  <a:pt x="5726461" y="4406890"/>
                </a:moveTo>
                <a:lnTo>
                  <a:pt x="5745995" y="4406890"/>
                </a:lnTo>
                <a:cubicBezTo>
                  <a:pt x="5751799" y="4406890"/>
                  <a:pt x="5756673" y="4407169"/>
                  <a:pt x="5760617" y="4407727"/>
                </a:cubicBezTo>
                <a:cubicBezTo>
                  <a:pt x="5764561" y="4408285"/>
                  <a:pt x="5767835" y="4409159"/>
                  <a:pt x="5770440" y="4410350"/>
                </a:cubicBezTo>
                <a:cubicBezTo>
                  <a:pt x="5774458" y="4412136"/>
                  <a:pt x="5777305" y="4414573"/>
                  <a:pt x="5778979" y="4417661"/>
                </a:cubicBezTo>
                <a:cubicBezTo>
                  <a:pt x="5780653" y="4420749"/>
                  <a:pt x="5781490" y="4424302"/>
                  <a:pt x="5781490" y="4428321"/>
                </a:cubicBezTo>
                <a:cubicBezTo>
                  <a:pt x="5781490" y="4433009"/>
                  <a:pt x="5780430" y="4437157"/>
                  <a:pt x="5778309" y="4440767"/>
                </a:cubicBezTo>
                <a:cubicBezTo>
                  <a:pt x="5776188" y="4444376"/>
                  <a:pt x="5772374" y="4447222"/>
                  <a:pt x="5766868" y="4449306"/>
                </a:cubicBezTo>
                <a:cubicBezTo>
                  <a:pt x="5763891" y="4450422"/>
                  <a:pt x="5760227" y="4451259"/>
                  <a:pt x="5755873" y="4451817"/>
                </a:cubicBezTo>
                <a:cubicBezTo>
                  <a:pt x="5751520" y="4452375"/>
                  <a:pt x="5746218" y="4452654"/>
                  <a:pt x="5739967" y="4452654"/>
                </a:cubicBezTo>
                <a:lnTo>
                  <a:pt x="5726461" y="4452654"/>
                </a:lnTo>
                <a:close/>
                <a:moveTo>
                  <a:pt x="10403868" y="4404322"/>
                </a:moveTo>
                <a:cubicBezTo>
                  <a:pt x="10410342" y="4404322"/>
                  <a:pt x="10416295" y="4405438"/>
                  <a:pt x="10421727" y="4407671"/>
                </a:cubicBezTo>
                <a:cubicBezTo>
                  <a:pt x="10427159" y="4409903"/>
                  <a:pt x="10431848" y="4413289"/>
                  <a:pt x="10435791" y="4417828"/>
                </a:cubicBezTo>
                <a:cubicBezTo>
                  <a:pt x="10439735" y="4422368"/>
                  <a:pt x="10442824" y="4428042"/>
                  <a:pt x="10445056" y="4434851"/>
                </a:cubicBezTo>
                <a:cubicBezTo>
                  <a:pt x="10447288" y="4441660"/>
                  <a:pt x="10448405" y="4449603"/>
                  <a:pt x="10448405" y="4458682"/>
                </a:cubicBezTo>
                <a:cubicBezTo>
                  <a:pt x="10448405" y="4467760"/>
                  <a:pt x="10447288" y="4475704"/>
                  <a:pt x="10445056" y="4482513"/>
                </a:cubicBezTo>
                <a:cubicBezTo>
                  <a:pt x="10442824" y="4489322"/>
                  <a:pt x="10439735" y="4494977"/>
                  <a:pt x="10435791" y="4499479"/>
                </a:cubicBezTo>
                <a:cubicBezTo>
                  <a:pt x="10431848" y="4503981"/>
                  <a:pt x="10427159" y="4507367"/>
                  <a:pt x="10421727" y="4509637"/>
                </a:cubicBezTo>
                <a:cubicBezTo>
                  <a:pt x="10416295" y="4511906"/>
                  <a:pt x="10410342" y="4513041"/>
                  <a:pt x="10403868" y="4513041"/>
                </a:cubicBezTo>
                <a:cubicBezTo>
                  <a:pt x="10397394" y="4513041"/>
                  <a:pt x="10391441" y="4511906"/>
                  <a:pt x="10386008" y="4509637"/>
                </a:cubicBezTo>
                <a:cubicBezTo>
                  <a:pt x="10380576" y="4507367"/>
                  <a:pt x="10375888" y="4503981"/>
                  <a:pt x="10371944" y="4499479"/>
                </a:cubicBezTo>
                <a:cubicBezTo>
                  <a:pt x="10368000" y="4494977"/>
                  <a:pt x="10364912" y="4489322"/>
                  <a:pt x="10362680" y="4482513"/>
                </a:cubicBezTo>
                <a:cubicBezTo>
                  <a:pt x="10360447" y="4475704"/>
                  <a:pt x="10359331" y="4467760"/>
                  <a:pt x="10359331" y="4458682"/>
                </a:cubicBezTo>
                <a:cubicBezTo>
                  <a:pt x="10359331" y="4449603"/>
                  <a:pt x="10360447" y="4441660"/>
                  <a:pt x="10362680" y="4434851"/>
                </a:cubicBezTo>
                <a:cubicBezTo>
                  <a:pt x="10364912" y="4428042"/>
                  <a:pt x="10368000" y="4422368"/>
                  <a:pt x="10371944" y="4417828"/>
                </a:cubicBezTo>
                <a:cubicBezTo>
                  <a:pt x="10375888" y="4413289"/>
                  <a:pt x="10380576" y="4409903"/>
                  <a:pt x="10386008" y="4407671"/>
                </a:cubicBezTo>
                <a:cubicBezTo>
                  <a:pt x="10391441" y="4405438"/>
                  <a:pt x="10397394" y="4404322"/>
                  <a:pt x="10403868" y="4404322"/>
                </a:cubicBezTo>
                <a:close/>
                <a:moveTo>
                  <a:pt x="5250843" y="4404322"/>
                </a:moveTo>
                <a:cubicBezTo>
                  <a:pt x="5257317" y="4404322"/>
                  <a:pt x="5263270" y="4405438"/>
                  <a:pt x="5268703" y="4407671"/>
                </a:cubicBezTo>
                <a:cubicBezTo>
                  <a:pt x="5274135" y="4409903"/>
                  <a:pt x="5278823" y="4413289"/>
                  <a:pt x="5282767" y="4417828"/>
                </a:cubicBezTo>
                <a:cubicBezTo>
                  <a:pt x="5286711" y="4422368"/>
                  <a:pt x="5289799" y="4428042"/>
                  <a:pt x="5292031" y="4434851"/>
                </a:cubicBezTo>
                <a:cubicBezTo>
                  <a:pt x="5294264" y="4441660"/>
                  <a:pt x="5295380" y="4449603"/>
                  <a:pt x="5295380" y="4458682"/>
                </a:cubicBezTo>
                <a:cubicBezTo>
                  <a:pt x="5295380" y="4467760"/>
                  <a:pt x="5294264" y="4475704"/>
                  <a:pt x="5292031" y="4482513"/>
                </a:cubicBezTo>
                <a:cubicBezTo>
                  <a:pt x="5289799" y="4489322"/>
                  <a:pt x="5286711" y="4494977"/>
                  <a:pt x="5282767" y="4499479"/>
                </a:cubicBezTo>
                <a:cubicBezTo>
                  <a:pt x="5278823" y="4503981"/>
                  <a:pt x="5274135" y="4507367"/>
                  <a:pt x="5268703" y="4509637"/>
                </a:cubicBezTo>
                <a:cubicBezTo>
                  <a:pt x="5263270" y="4511906"/>
                  <a:pt x="5257317" y="4513041"/>
                  <a:pt x="5250843" y="4513041"/>
                </a:cubicBezTo>
                <a:cubicBezTo>
                  <a:pt x="5244369" y="4513041"/>
                  <a:pt x="5238416" y="4511906"/>
                  <a:pt x="5232984" y="4509637"/>
                </a:cubicBezTo>
                <a:cubicBezTo>
                  <a:pt x="5227552" y="4507367"/>
                  <a:pt x="5222864" y="4503981"/>
                  <a:pt x="5218920" y="4499479"/>
                </a:cubicBezTo>
                <a:cubicBezTo>
                  <a:pt x="5214976" y="4494977"/>
                  <a:pt x="5211887" y="4489322"/>
                  <a:pt x="5209655" y="4482513"/>
                </a:cubicBezTo>
                <a:cubicBezTo>
                  <a:pt x="5207423" y="4475704"/>
                  <a:pt x="5206306" y="4467760"/>
                  <a:pt x="5206306" y="4458682"/>
                </a:cubicBezTo>
                <a:cubicBezTo>
                  <a:pt x="5206306" y="4449603"/>
                  <a:pt x="5207423" y="4441660"/>
                  <a:pt x="5209655" y="4434851"/>
                </a:cubicBezTo>
                <a:cubicBezTo>
                  <a:pt x="5211887" y="4428042"/>
                  <a:pt x="5214976" y="4422368"/>
                  <a:pt x="5218920" y="4417828"/>
                </a:cubicBezTo>
                <a:cubicBezTo>
                  <a:pt x="5222864" y="4413289"/>
                  <a:pt x="5227552" y="4409903"/>
                  <a:pt x="5232984" y="4407671"/>
                </a:cubicBezTo>
                <a:cubicBezTo>
                  <a:pt x="5238416" y="4405438"/>
                  <a:pt x="5244369" y="4404322"/>
                  <a:pt x="5250843" y="4404322"/>
                </a:cubicBezTo>
                <a:close/>
                <a:moveTo>
                  <a:pt x="1755168" y="4404322"/>
                </a:moveTo>
                <a:cubicBezTo>
                  <a:pt x="1761642" y="4404322"/>
                  <a:pt x="1767596" y="4405438"/>
                  <a:pt x="1773028" y="4407671"/>
                </a:cubicBezTo>
                <a:cubicBezTo>
                  <a:pt x="1778460" y="4409903"/>
                  <a:pt x="1783148" y="4413289"/>
                  <a:pt x="1787092" y="4417828"/>
                </a:cubicBezTo>
                <a:cubicBezTo>
                  <a:pt x="1791036" y="4422368"/>
                  <a:pt x="1794124" y="4428042"/>
                  <a:pt x="1796357" y="4434851"/>
                </a:cubicBezTo>
                <a:cubicBezTo>
                  <a:pt x="1798589" y="4441660"/>
                  <a:pt x="1799705" y="4449603"/>
                  <a:pt x="1799705" y="4458682"/>
                </a:cubicBezTo>
                <a:cubicBezTo>
                  <a:pt x="1799705" y="4467760"/>
                  <a:pt x="1798589" y="4475704"/>
                  <a:pt x="1796357" y="4482513"/>
                </a:cubicBezTo>
                <a:cubicBezTo>
                  <a:pt x="1794124" y="4489322"/>
                  <a:pt x="1791036" y="4494977"/>
                  <a:pt x="1787092" y="4499479"/>
                </a:cubicBezTo>
                <a:cubicBezTo>
                  <a:pt x="1783148" y="4503981"/>
                  <a:pt x="1778460" y="4507367"/>
                  <a:pt x="1773028" y="4509637"/>
                </a:cubicBezTo>
                <a:cubicBezTo>
                  <a:pt x="1767596" y="4511906"/>
                  <a:pt x="1761642" y="4513041"/>
                  <a:pt x="1755168" y="4513041"/>
                </a:cubicBezTo>
                <a:cubicBezTo>
                  <a:pt x="1748694" y="4513041"/>
                  <a:pt x="1742741" y="4511906"/>
                  <a:pt x="1737309" y="4509637"/>
                </a:cubicBezTo>
                <a:cubicBezTo>
                  <a:pt x="1731877" y="4507367"/>
                  <a:pt x="1727189" y="4503981"/>
                  <a:pt x="1723245" y="4499479"/>
                </a:cubicBezTo>
                <a:cubicBezTo>
                  <a:pt x="1719301" y="4494977"/>
                  <a:pt x="1716213" y="4489322"/>
                  <a:pt x="1713980" y="4482513"/>
                </a:cubicBezTo>
                <a:cubicBezTo>
                  <a:pt x="1711748" y="4475704"/>
                  <a:pt x="1710632" y="4467760"/>
                  <a:pt x="1710632" y="4458682"/>
                </a:cubicBezTo>
                <a:cubicBezTo>
                  <a:pt x="1710632" y="4449603"/>
                  <a:pt x="1711748" y="4441660"/>
                  <a:pt x="1713980" y="4434851"/>
                </a:cubicBezTo>
                <a:cubicBezTo>
                  <a:pt x="1716213" y="4428042"/>
                  <a:pt x="1719301" y="4422368"/>
                  <a:pt x="1723245" y="4417828"/>
                </a:cubicBezTo>
                <a:cubicBezTo>
                  <a:pt x="1727189" y="4413289"/>
                  <a:pt x="1731877" y="4409903"/>
                  <a:pt x="1737309" y="4407671"/>
                </a:cubicBezTo>
                <a:cubicBezTo>
                  <a:pt x="1742741" y="4405438"/>
                  <a:pt x="1748694" y="4404322"/>
                  <a:pt x="1755168" y="4404322"/>
                </a:cubicBezTo>
                <a:close/>
                <a:moveTo>
                  <a:pt x="10594963" y="4384007"/>
                </a:moveTo>
                <a:lnTo>
                  <a:pt x="10594963" y="4533356"/>
                </a:lnTo>
                <a:lnTo>
                  <a:pt x="10622310" y="4533356"/>
                </a:lnTo>
                <a:lnTo>
                  <a:pt x="10622310" y="4465714"/>
                </a:lnTo>
                <a:cubicBezTo>
                  <a:pt x="10622310" y="4455668"/>
                  <a:pt x="10621864" y="4441492"/>
                  <a:pt x="10620971" y="4423186"/>
                </a:cubicBezTo>
                <a:lnTo>
                  <a:pt x="10621641" y="4423186"/>
                </a:lnTo>
                <a:cubicBezTo>
                  <a:pt x="10630794" y="4438888"/>
                  <a:pt x="10639649" y="4452691"/>
                  <a:pt x="10648206" y="4464598"/>
                </a:cubicBezTo>
                <a:lnTo>
                  <a:pt x="10696873" y="4533356"/>
                </a:lnTo>
                <a:lnTo>
                  <a:pt x="10725560" y="4533356"/>
                </a:lnTo>
                <a:lnTo>
                  <a:pt x="10725560" y="4384007"/>
                </a:lnTo>
                <a:lnTo>
                  <a:pt x="10698213" y="4384007"/>
                </a:lnTo>
                <a:lnTo>
                  <a:pt x="10698213" y="4451650"/>
                </a:lnTo>
                <a:cubicBezTo>
                  <a:pt x="10698213" y="4460505"/>
                  <a:pt x="10698659" y="4474644"/>
                  <a:pt x="10699552" y="4494066"/>
                </a:cubicBezTo>
                <a:lnTo>
                  <a:pt x="10698882" y="4494066"/>
                </a:lnTo>
                <a:cubicBezTo>
                  <a:pt x="10692185" y="4482234"/>
                  <a:pt x="10683479" y="4468690"/>
                  <a:pt x="10672763" y="4453436"/>
                </a:cubicBezTo>
                <a:lnTo>
                  <a:pt x="10623650" y="4384007"/>
                </a:lnTo>
                <a:close/>
                <a:moveTo>
                  <a:pt x="10185388" y="4384007"/>
                </a:moveTo>
                <a:lnTo>
                  <a:pt x="10185388" y="4533356"/>
                </a:lnTo>
                <a:lnTo>
                  <a:pt x="10212735" y="4533356"/>
                </a:lnTo>
                <a:lnTo>
                  <a:pt x="10212735" y="4384007"/>
                </a:lnTo>
                <a:close/>
                <a:moveTo>
                  <a:pt x="9942277" y="4384007"/>
                </a:moveTo>
                <a:lnTo>
                  <a:pt x="9942277" y="4406890"/>
                </a:lnTo>
                <a:lnTo>
                  <a:pt x="9990498" y="4406890"/>
                </a:lnTo>
                <a:lnTo>
                  <a:pt x="9990498" y="4533356"/>
                </a:lnTo>
                <a:lnTo>
                  <a:pt x="10017845" y="4533356"/>
                </a:lnTo>
                <a:lnTo>
                  <a:pt x="10017845" y="4406890"/>
                </a:lnTo>
                <a:lnTo>
                  <a:pt x="10065954" y="4406890"/>
                </a:lnTo>
                <a:lnTo>
                  <a:pt x="10065954" y="4384007"/>
                </a:lnTo>
                <a:close/>
                <a:moveTo>
                  <a:pt x="9772948" y="4384007"/>
                </a:moveTo>
                <a:lnTo>
                  <a:pt x="9713677" y="4533356"/>
                </a:lnTo>
                <a:lnTo>
                  <a:pt x="9742811" y="4533356"/>
                </a:lnTo>
                <a:lnTo>
                  <a:pt x="9757440" y="4495293"/>
                </a:lnTo>
                <a:lnTo>
                  <a:pt x="9813685" y="4495293"/>
                </a:lnTo>
                <a:lnTo>
                  <a:pt x="9828312" y="4533356"/>
                </a:lnTo>
                <a:lnTo>
                  <a:pt x="9857222" y="4533356"/>
                </a:lnTo>
                <a:lnTo>
                  <a:pt x="9797951" y="4384007"/>
                </a:lnTo>
                <a:close/>
                <a:moveTo>
                  <a:pt x="9494602" y="4384007"/>
                </a:moveTo>
                <a:lnTo>
                  <a:pt x="9494602" y="4406890"/>
                </a:lnTo>
                <a:lnTo>
                  <a:pt x="9542822" y="4406890"/>
                </a:lnTo>
                <a:lnTo>
                  <a:pt x="9542822" y="4533356"/>
                </a:lnTo>
                <a:lnTo>
                  <a:pt x="9570170" y="4533356"/>
                </a:lnTo>
                <a:lnTo>
                  <a:pt x="9570170" y="4406890"/>
                </a:lnTo>
                <a:lnTo>
                  <a:pt x="9618278" y="4406890"/>
                </a:lnTo>
                <a:lnTo>
                  <a:pt x="9618278" y="4384007"/>
                </a:lnTo>
                <a:close/>
                <a:moveTo>
                  <a:pt x="9270988" y="4384007"/>
                </a:moveTo>
                <a:lnTo>
                  <a:pt x="9270988" y="4533356"/>
                </a:lnTo>
                <a:lnTo>
                  <a:pt x="9298336" y="4533356"/>
                </a:lnTo>
                <a:lnTo>
                  <a:pt x="9298336" y="4465714"/>
                </a:lnTo>
                <a:cubicBezTo>
                  <a:pt x="9298336" y="4455668"/>
                  <a:pt x="9297889" y="4441492"/>
                  <a:pt x="9296996" y="4423186"/>
                </a:cubicBezTo>
                <a:lnTo>
                  <a:pt x="9297666" y="4423186"/>
                </a:lnTo>
                <a:cubicBezTo>
                  <a:pt x="9306818" y="4438888"/>
                  <a:pt x="9315674" y="4452691"/>
                  <a:pt x="9324232" y="4464598"/>
                </a:cubicBezTo>
                <a:lnTo>
                  <a:pt x="9372898" y="4533356"/>
                </a:lnTo>
                <a:lnTo>
                  <a:pt x="9401585" y="4533356"/>
                </a:lnTo>
                <a:lnTo>
                  <a:pt x="9401585" y="4384007"/>
                </a:lnTo>
                <a:lnTo>
                  <a:pt x="9374238" y="4384007"/>
                </a:lnTo>
                <a:lnTo>
                  <a:pt x="9374238" y="4451650"/>
                </a:lnTo>
                <a:cubicBezTo>
                  <a:pt x="9374238" y="4460505"/>
                  <a:pt x="9374684" y="4474644"/>
                  <a:pt x="9375577" y="4494066"/>
                </a:cubicBezTo>
                <a:lnTo>
                  <a:pt x="9374908" y="4494066"/>
                </a:lnTo>
                <a:cubicBezTo>
                  <a:pt x="9368210" y="4482234"/>
                  <a:pt x="9359504" y="4468690"/>
                  <a:pt x="9348788" y="4453436"/>
                </a:cubicBezTo>
                <a:lnTo>
                  <a:pt x="9299675" y="4384007"/>
                </a:lnTo>
                <a:close/>
                <a:moveTo>
                  <a:pt x="9042388" y="4384007"/>
                </a:moveTo>
                <a:lnTo>
                  <a:pt x="9042388" y="4533356"/>
                </a:lnTo>
                <a:lnTo>
                  <a:pt x="9143182" y="4533356"/>
                </a:lnTo>
                <a:lnTo>
                  <a:pt x="9143182" y="4510474"/>
                </a:lnTo>
                <a:lnTo>
                  <a:pt x="9069736" y="4510474"/>
                </a:lnTo>
                <a:lnTo>
                  <a:pt x="9069736" y="4468393"/>
                </a:lnTo>
                <a:lnTo>
                  <a:pt x="9129341" y="4468393"/>
                </a:lnTo>
                <a:lnTo>
                  <a:pt x="9129341" y="4445510"/>
                </a:lnTo>
                <a:lnTo>
                  <a:pt x="9069736" y="4445510"/>
                </a:lnTo>
                <a:lnTo>
                  <a:pt x="9069736" y="4406890"/>
                </a:lnTo>
                <a:lnTo>
                  <a:pt x="9139164" y="4406890"/>
                </a:lnTo>
                <a:lnTo>
                  <a:pt x="9139164" y="4384007"/>
                </a:lnTo>
                <a:close/>
                <a:moveTo>
                  <a:pt x="8594713" y="4384007"/>
                </a:moveTo>
                <a:lnTo>
                  <a:pt x="8594713" y="4533356"/>
                </a:lnTo>
                <a:lnTo>
                  <a:pt x="8695507" y="4533356"/>
                </a:lnTo>
                <a:lnTo>
                  <a:pt x="8695507" y="4510474"/>
                </a:lnTo>
                <a:lnTo>
                  <a:pt x="8622060" y="4510474"/>
                </a:lnTo>
                <a:lnTo>
                  <a:pt x="8622060" y="4468393"/>
                </a:lnTo>
                <a:lnTo>
                  <a:pt x="8681666" y="4468393"/>
                </a:lnTo>
                <a:lnTo>
                  <a:pt x="8681666" y="4445510"/>
                </a:lnTo>
                <a:lnTo>
                  <a:pt x="8622060" y="4445510"/>
                </a:lnTo>
                <a:lnTo>
                  <a:pt x="8622060" y="4406890"/>
                </a:lnTo>
                <a:lnTo>
                  <a:pt x="8691488" y="4406890"/>
                </a:lnTo>
                <a:lnTo>
                  <a:pt x="8691488" y="4384007"/>
                </a:lnTo>
                <a:close/>
                <a:moveTo>
                  <a:pt x="8356588" y="4384007"/>
                </a:moveTo>
                <a:lnTo>
                  <a:pt x="8356588" y="4533356"/>
                </a:lnTo>
                <a:lnTo>
                  <a:pt x="8383936" y="4533356"/>
                </a:lnTo>
                <a:lnTo>
                  <a:pt x="8383936" y="4475537"/>
                </a:lnTo>
                <a:lnTo>
                  <a:pt x="8402688" y="4475537"/>
                </a:lnTo>
                <a:lnTo>
                  <a:pt x="8443318" y="4533356"/>
                </a:lnTo>
                <a:lnTo>
                  <a:pt x="8476134" y="4533356"/>
                </a:lnTo>
                <a:lnTo>
                  <a:pt x="8431709" y="4471965"/>
                </a:lnTo>
                <a:lnTo>
                  <a:pt x="8431709" y="4471518"/>
                </a:lnTo>
                <a:cubicBezTo>
                  <a:pt x="8443764" y="4468021"/>
                  <a:pt x="8452676" y="4462644"/>
                  <a:pt x="8458442" y="4455389"/>
                </a:cubicBezTo>
                <a:cubicBezTo>
                  <a:pt x="8464210" y="4448134"/>
                  <a:pt x="8467093" y="4439297"/>
                  <a:pt x="8467093" y="4428879"/>
                </a:cubicBezTo>
                <a:cubicBezTo>
                  <a:pt x="8467093" y="4418907"/>
                  <a:pt x="8464712" y="4410629"/>
                  <a:pt x="8459950" y="4404043"/>
                </a:cubicBezTo>
                <a:cubicBezTo>
                  <a:pt x="8455187" y="4397458"/>
                  <a:pt x="8448415" y="4392490"/>
                  <a:pt x="8439634" y="4389142"/>
                </a:cubicBezTo>
                <a:cubicBezTo>
                  <a:pt x="8435020" y="4387430"/>
                  <a:pt x="8429476" y="4386147"/>
                  <a:pt x="8423002" y="4385291"/>
                </a:cubicBezTo>
                <a:cubicBezTo>
                  <a:pt x="8416528" y="4384435"/>
                  <a:pt x="8409534" y="4384007"/>
                  <a:pt x="8402018" y="4384007"/>
                </a:cubicBezTo>
                <a:close/>
                <a:moveTo>
                  <a:pt x="8127988" y="4384007"/>
                </a:moveTo>
                <a:lnTo>
                  <a:pt x="8127988" y="4533356"/>
                </a:lnTo>
                <a:lnTo>
                  <a:pt x="8155336" y="4533356"/>
                </a:lnTo>
                <a:lnTo>
                  <a:pt x="8155336" y="4474978"/>
                </a:lnTo>
                <a:cubicBezTo>
                  <a:pt x="8157419" y="4475202"/>
                  <a:pt x="8159652" y="4475350"/>
                  <a:pt x="8162033" y="4475425"/>
                </a:cubicBezTo>
                <a:cubicBezTo>
                  <a:pt x="8164414" y="4475499"/>
                  <a:pt x="8166833" y="4475537"/>
                  <a:pt x="8169288" y="4475537"/>
                </a:cubicBezTo>
                <a:cubicBezTo>
                  <a:pt x="8180004" y="4475537"/>
                  <a:pt x="8189492" y="4474458"/>
                  <a:pt x="8197752" y="4472299"/>
                </a:cubicBezTo>
                <a:cubicBezTo>
                  <a:pt x="8206012" y="4470141"/>
                  <a:pt x="8213006" y="4467053"/>
                  <a:pt x="8218736" y="4463035"/>
                </a:cubicBezTo>
                <a:cubicBezTo>
                  <a:pt x="8224466" y="4459017"/>
                  <a:pt x="8228819" y="4454124"/>
                  <a:pt x="8231796" y="4448357"/>
                </a:cubicBezTo>
                <a:cubicBezTo>
                  <a:pt x="8234773" y="4442590"/>
                  <a:pt x="8236261" y="4436097"/>
                  <a:pt x="8236261" y="4428879"/>
                </a:cubicBezTo>
                <a:cubicBezTo>
                  <a:pt x="8236261" y="4418312"/>
                  <a:pt x="8233508" y="4409606"/>
                  <a:pt x="8228001" y="4402760"/>
                </a:cubicBezTo>
                <a:cubicBezTo>
                  <a:pt x="8222494" y="4395913"/>
                  <a:pt x="8214644" y="4390928"/>
                  <a:pt x="8204449" y="4387802"/>
                </a:cubicBezTo>
                <a:cubicBezTo>
                  <a:pt x="8200207" y="4386537"/>
                  <a:pt x="8195389" y="4385589"/>
                  <a:pt x="8189994" y="4384956"/>
                </a:cubicBezTo>
                <a:cubicBezTo>
                  <a:pt x="8184599" y="4384323"/>
                  <a:pt x="8178292" y="4384007"/>
                  <a:pt x="8171074" y="4384007"/>
                </a:cubicBezTo>
                <a:close/>
                <a:moveTo>
                  <a:pt x="5699114" y="4384007"/>
                </a:moveTo>
                <a:lnTo>
                  <a:pt x="5699114" y="4533356"/>
                </a:lnTo>
                <a:lnTo>
                  <a:pt x="5726461" y="4533356"/>
                </a:lnTo>
                <a:lnTo>
                  <a:pt x="5726461" y="4475537"/>
                </a:lnTo>
                <a:lnTo>
                  <a:pt x="5745213" y="4475537"/>
                </a:lnTo>
                <a:lnTo>
                  <a:pt x="5785843" y="4533356"/>
                </a:lnTo>
                <a:lnTo>
                  <a:pt x="5818660" y="4533356"/>
                </a:lnTo>
                <a:lnTo>
                  <a:pt x="5774235" y="4471965"/>
                </a:lnTo>
                <a:lnTo>
                  <a:pt x="5774235" y="4471518"/>
                </a:lnTo>
                <a:cubicBezTo>
                  <a:pt x="5786290" y="4468021"/>
                  <a:pt x="5795201" y="4462644"/>
                  <a:pt x="5800968" y="4455389"/>
                </a:cubicBezTo>
                <a:cubicBezTo>
                  <a:pt x="5806735" y="4448134"/>
                  <a:pt x="5809619" y="4439297"/>
                  <a:pt x="5809619" y="4428879"/>
                </a:cubicBezTo>
                <a:cubicBezTo>
                  <a:pt x="5809619" y="4418907"/>
                  <a:pt x="5807237" y="4410629"/>
                  <a:pt x="5802475" y="4404043"/>
                </a:cubicBezTo>
                <a:cubicBezTo>
                  <a:pt x="5797712" y="4397458"/>
                  <a:pt x="5790941" y="4392490"/>
                  <a:pt x="5782160" y="4389142"/>
                </a:cubicBezTo>
                <a:cubicBezTo>
                  <a:pt x="5777546" y="4387430"/>
                  <a:pt x="5772002" y="4386147"/>
                  <a:pt x="5765529" y="4385291"/>
                </a:cubicBezTo>
                <a:cubicBezTo>
                  <a:pt x="5759054" y="4384435"/>
                  <a:pt x="5752059" y="4384007"/>
                  <a:pt x="5744543" y="4384007"/>
                </a:cubicBezTo>
                <a:close/>
                <a:moveTo>
                  <a:pt x="5441380" y="4384007"/>
                </a:moveTo>
                <a:lnTo>
                  <a:pt x="5441380" y="4471965"/>
                </a:lnTo>
                <a:cubicBezTo>
                  <a:pt x="5441380" y="4478215"/>
                  <a:pt x="5441735" y="4483871"/>
                  <a:pt x="5442441" y="4488931"/>
                </a:cubicBezTo>
                <a:cubicBezTo>
                  <a:pt x="5443148" y="4493991"/>
                  <a:pt x="5444320" y="4498605"/>
                  <a:pt x="5445957" y="4502772"/>
                </a:cubicBezTo>
                <a:cubicBezTo>
                  <a:pt x="5447967" y="4507981"/>
                  <a:pt x="5450645" y="4512651"/>
                  <a:pt x="5453994" y="4516781"/>
                </a:cubicBezTo>
                <a:cubicBezTo>
                  <a:pt x="5457342" y="4520910"/>
                  <a:pt x="5461398" y="4524408"/>
                  <a:pt x="5466160" y="4527273"/>
                </a:cubicBezTo>
                <a:cubicBezTo>
                  <a:pt x="5470923" y="4530138"/>
                  <a:pt x="5476430" y="4532333"/>
                  <a:pt x="5482680" y="4533859"/>
                </a:cubicBezTo>
                <a:cubicBezTo>
                  <a:pt x="5488931" y="4535384"/>
                  <a:pt x="5495963" y="4536147"/>
                  <a:pt x="5503777" y="4536147"/>
                </a:cubicBezTo>
                <a:cubicBezTo>
                  <a:pt x="5511590" y="4536147"/>
                  <a:pt x="5518660" y="4535384"/>
                  <a:pt x="5524985" y="4533859"/>
                </a:cubicBezTo>
                <a:cubicBezTo>
                  <a:pt x="5531310" y="4532333"/>
                  <a:pt x="5536910" y="4530138"/>
                  <a:pt x="5541784" y="4527273"/>
                </a:cubicBezTo>
                <a:cubicBezTo>
                  <a:pt x="5546658" y="4524408"/>
                  <a:pt x="5550788" y="4520910"/>
                  <a:pt x="5554174" y="4516781"/>
                </a:cubicBezTo>
                <a:cubicBezTo>
                  <a:pt x="5557560" y="4512651"/>
                  <a:pt x="5560257" y="4507981"/>
                  <a:pt x="5562266" y="4502772"/>
                </a:cubicBezTo>
                <a:cubicBezTo>
                  <a:pt x="5563903" y="4498605"/>
                  <a:pt x="5565075" y="4493991"/>
                  <a:pt x="5565782" y="4488931"/>
                </a:cubicBezTo>
                <a:cubicBezTo>
                  <a:pt x="5566489" y="4483871"/>
                  <a:pt x="5566843" y="4478215"/>
                  <a:pt x="5566843" y="4471965"/>
                </a:cubicBezTo>
                <a:lnTo>
                  <a:pt x="5566843" y="4384007"/>
                </a:lnTo>
                <a:lnTo>
                  <a:pt x="5539496" y="4384007"/>
                </a:lnTo>
                <a:lnTo>
                  <a:pt x="5539496" y="4469509"/>
                </a:lnTo>
                <a:cubicBezTo>
                  <a:pt x="5539496" y="4480076"/>
                  <a:pt x="5538230" y="4488336"/>
                  <a:pt x="5535700" y="4494289"/>
                </a:cubicBezTo>
                <a:cubicBezTo>
                  <a:pt x="5532873" y="4500912"/>
                  <a:pt x="5528743" y="4505693"/>
                  <a:pt x="5523310" y="4508632"/>
                </a:cubicBezTo>
                <a:cubicBezTo>
                  <a:pt x="5517878" y="4511572"/>
                  <a:pt x="5511479" y="4513041"/>
                  <a:pt x="5504112" y="4513041"/>
                </a:cubicBezTo>
                <a:cubicBezTo>
                  <a:pt x="5496745" y="4513041"/>
                  <a:pt x="5490345" y="4511572"/>
                  <a:pt x="5484913" y="4508632"/>
                </a:cubicBezTo>
                <a:cubicBezTo>
                  <a:pt x="5479481" y="4505693"/>
                  <a:pt x="5475350" y="4500912"/>
                  <a:pt x="5472523" y="4494289"/>
                </a:cubicBezTo>
                <a:cubicBezTo>
                  <a:pt x="5469993" y="4488336"/>
                  <a:pt x="5468728" y="4480076"/>
                  <a:pt x="5468728" y="4469509"/>
                </a:cubicBezTo>
                <a:lnTo>
                  <a:pt x="5468728" y="4384007"/>
                </a:lnTo>
                <a:close/>
                <a:moveTo>
                  <a:pt x="1455503" y="4384007"/>
                </a:moveTo>
                <a:lnTo>
                  <a:pt x="1455503" y="4406890"/>
                </a:lnTo>
                <a:lnTo>
                  <a:pt x="1503723" y="4406890"/>
                </a:lnTo>
                <a:lnTo>
                  <a:pt x="1503723" y="4533356"/>
                </a:lnTo>
                <a:lnTo>
                  <a:pt x="1531070" y="4533356"/>
                </a:lnTo>
                <a:lnTo>
                  <a:pt x="1531070" y="4406890"/>
                </a:lnTo>
                <a:lnTo>
                  <a:pt x="1579179" y="4406890"/>
                </a:lnTo>
                <a:lnTo>
                  <a:pt x="1579179" y="4384007"/>
                </a:lnTo>
                <a:close/>
                <a:moveTo>
                  <a:pt x="10403868" y="4381217"/>
                </a:moveTo>
                <a:cubicBezTo>
                  <a:pt x="10392334" y="4381217"/>
                  <a:pt x="10382046" y="4383114"/>
                  <a:pt x="10373005" y="4386909"/>
                </a:cubicBezTo>
                <a:cubicBezTo>
                  <a:pt x="10363963" y="4390704"/>
                  <a:pt x="10356336" y="4396025"/>
                  <a:pt x="10350122" y="4402871"/>
                </a:cubicBezTo>
                <a:cubicBezTo>
                  <a:pt x="10343909" y="4409717"/>
                  <a:pt x="10339183" y="4417884"/>
                  <a:pt x="10335946" y="4427372"/>
                </a:cubicBezTo>
                <a:cubicBezTo>
                  <a:pt x="10332709" y="4436860"/>
                  <a:pt x="10331091" y="4447296"/>
                  <a:pt x="10331091" y="4458682"/>
                </a:cubicBezTo>
                <a:cubicBezTo>
                  <a:pt x="10331091" y="4470067"/>
                  <a:pt x="10332709" y="4480504"/>
                  <a:pt x="10335946" y="4489991"/>
                </a:cubicBezTo>
                <a:cubicBezTo>
                  <a:pt x="10339183" y="4499479"/>
                  <a:pt x="10343909" y="4507646"/>
                  <a:pt x="10350122" y="4514492"/>
                </a:cubicBezTo>
                <a:cubicBezTo>
                  <a:pt x="10356336" y="4521338"/>
                  <a:pt x="10363963" y="4526659"/>
                  <a:pt x="10373005" y="4530454"/>
                </a:cubicBezTo>
                <a:cubicBezTo>
                  <a:pt x="10382046" y="4534249"/>
                  <a:pt x="10392334" y="4536147"/>
                  <a:pt x="10403868" y="4536147"/>
                </a:cubicBezTo>
                <a:cubicBezTo>
                  <a:pt x="10415402" y="4536147"/>
                  <a:pt x="10425690" y="4534249"/>
                  <a:pt x="10434731" y="4530454"/>
                </a:cubicBezTo>
                <a:cubicBezTo>
                  <a:pt x="10443772" y="4526659"/>
                  <a:pt x="10451400" y="4521338"/>
                  <a:pt x="10457613" y="4514492"/>
                </a:cubicBezTo>
                <a:cubicBezTo>
                  <a:pt x="10463827" y="4507646"/>
                  <a:pt x="10468552" y="4499479"/>
                  <a:pt x="10471789" y="4489991"/>
                </a:cubicBezTo>
                <a:cubicBezTo>
                  <a:pt x="10475026" y="4480504"/>
                  <a:pt x="10476645" y="4470067"/>
                  <a:pt x="10476645" y="4458682"/>
                </a:cubicBezTo>
                <a:cubicBezTo>
                  <a:pt x="10476645" y="4447296"/>
                  <a:pt x="10475026" y="4436860"/>
                  <a:pt x="10471789" y="4427372"/>
                </a:cubicBezTo>
                <a:cubicBezTo>
                  <a:pt x="10468552" y="4417884"/>
                  <a:pt x="10463827" y="4409717"/>
                  <a:pt x="10457613" y="4402871"/>
                </a:cubicBezTo>
                <a:cubicBezTo>
                  <a:pt x="10451400" y="4396025"/>
                  <a:pt x="10443772" y="4390704"/>
                  <a:pt x="10434731" y="4386909"/>
                </a:cubicBezTo>
                <a:cubicBezTo>
                  <a:pt x="10425690" y="4383114"/>
                  <a:pt x="10415402" y="4381217"/>
                  <a:pt x="10403868" y="4381217"/>
                </a:cubicBezTo>
                <a:close/>
                <a:moveTo>
                  <a:pt x="8863236" y="4381217"/>
                </a:moveTo>
                <a:cubicBezTo>
                  <a:pt x="8855274" y="4381217"/>
                  <a:pt x="8848112" y="4382165"/>
                  <a:pt x="8841749" y="4384063"/>
                </a:cubicBezTo>
                <a:cubicBezTo>
                  <a:pt x="8835387" y="4385961"/>
                  <a:pt x="8829843" y="4388826"/>
                  <a:pt x="8825118" y="4392658"/>
                </a:cubicBezTo>
                <a:cubicBezTo>
                  <a:pt x="8820392" y="4396490"/>
                  <a:pt x="8816653" y="4401327"/>
                  <a:pt x="8813900" y="4407169"/>
                </a:cubicBezTo>
                <a:cubicBezTo>
                  <a:pt x="8811146" y="4413010"/>
                  <a:pt x="8809770" y="4419875"/>
                  <a:pt x="8809770" y="4427763"/>
                </a:cubicBezTo>
                <a:cubicBezTo>
                  <a:pt x="8809770" y="4434906"/>
                  <a:pt x="8810960" y="4440860"/>
                  <a:pt x="8813342" y="4445622"/>
                </a:cubicBezTo>
                <a:cubicBezTo>
                  <a:pt x="8815723" y="4450385"/>
                  <a:pt x="8818922" y="4454310"/>
                  <a:pt x="8822941" y="4457398"/>
                </a:cubicBezTo>
                <a:cubicBezTo>
                  <a:pt x="8826960" y="4460486"/>
                  <a:pt x="8831610" y="4462905"/>
                  <a:pt x="8836894" y="4464653"/>
                </a:cubicBezTo>
                <a:cubicBezTo>
                  <a:pt x="8842177" y="4466402"/>
                  <a:pt x="8847721" y="4467909"/>
                  <a:pt x="8853526" y="4469174"/>
                </a:cubicBezTo>
                <a:cubicBezTo>
                  <a:pt x="8857916" y="4470067"/>
                  <a:pt x="8862102" y="4470979"/>
                  <a:pt x="8866082" y="4471909"/>
                </a:cubicBezTo>
                <a:cubicBezTo>
                  <a:pt x="8870064" y="4472839"/>
                  <a:pt x="8873654" y="4474048"/>
                  <a:pt x="8876854" y="4475537"/>
                </a:cubicBezTo>
                <a:cubicBezTo>
                  <a:pt x="8880054" y="4477025"/>
                  <a:pt x="8882584" y="4478941"/>
                  <a:pt x="8884444" y="4481285"/>
                </a:cubicBezTo>
                <a:cubicBezTo>
                  <a:pt x="8886304" y="4483629"/>
                  <a:pt x="8887235" y="4486699"/>
                  <a:pt x="8887235" y="4490494"/>
                </a:cubicBezTo>
                <a:cubicBezTo>
                  <a:pt x="8887235" y="4494810"/>
                  <a:pt x="8886230" y="4498437"/>
                  <a:pt x="8884221" y="4501377"/>
                </a:cubicBezTo>
                <a:cubicBezTo>
                  <a:pt x="8882212" y="4504316"/>
                  <a:pt x="8879552" y="4506642"/>
                  <a:pt x="8876240" y="4508353"/>
                </a:cubicBezTo>
                <a:cubicBezTo>
                  <a:pt x="8872928" y="4510065"/>
                  <a:pt x="8869190" y="4511274"/>
                  <a:pt x="8865022" y="4511981"/>
                </a:cubicBezTo>
                <a:cubicBezTo>
                  <a:pt x="8860855" y="4512688"/>
                  <a:pt x="8856614" y="4513041"/>
                  <a:pt x="8852298" y="4513041"/>
                </a:cubicBezTo>
                <a:cubicBezTo>
                  <a:pt x="8844856" y="4513041"/>
                  <a:pt x="8837638" y="4512316"/>
                  <a:pt x="8830643" y="4510865"/>
                </a:cubicBezTo>
                <a:cubicBezTo>
                  <a:pt x="8823648" y="4509414"/>
                  <a:pt x="8816467" y="4507088"/>
                  <a:pt x="8809100" y="4503888"/>
                </a:cubicBezTo>
                <a:lnTo>
                  <a:pt x="8809100" y="4526994"/>
                </a:lnTo>
                <a:cubicBezTo>
                  <a:pt x="8814309" y="4529896"/>
                  <a:pt x="8820839" y="4532147"/>
                  <a:pt x="8828690" y="4533747"/>
                </a:cubicBezTo>
                <a:cubicBezTo>
                  <a:pt x="8836540" y="4535347"/>
                  <a:pt x="8844521" y="4536147"/>
                  <a:pt x="8852632" y="4536147"/>
                </a:cubicBezTo>
                <a:cubicBezTo>
                  <a:pt x="8861934" y="4536147"/>
                  <a:pt x="8870492" y="4535217"/>
                  <a:pt x="8878305" y="4533356"/>
                </a:cubicBezTo>
                <a:cubicBezTo>
                  <a:pt x="8886118" y="4531496"/>
                  <a:pt x="8892760" y="4528650"/>
                  <a:pt x="8898230" y="4524817"/>
                </a:cubicBezTo>
                <a:cubicBezTo>
                  <a:pt x="8903699" y="4520985"/>
                  <a:pt x="8907922" y="4516129"/>
                  <a:pt x="8910898" y="4510251"/>
                </a:cubicBezTo>
                <a:cubicBezTo>
                  <a:pt x="8913875" y="4504372"/>
                  <a:pt x="8915364" y="4497414"/>
                  <a:pt x="8915364" y="4489378"/>
                </a:cubicBezTo>
                <a:cubicBezTo>
                  <a:pt x="8915364" y="4481564"/>
                  <a:pt x="8914061" y="4475146"/>
                  <a:pt x="8911456" y="4470123"/>
                </a:cubicBezTo>
                <a:cubicBezTo>
                  <a:pt x="8908852" y="4465100"/>
                  <a:pt x="8905318" y="4461026"/>
                  <a:pt x="8900852" y="4457900"/>
                </a:cubicBezTo>
                <a:cubicBezTo>
                  <a:pt x="8896388" y="4454775"/>
                  <a:pt x="8891272" y="4452338"/>
                  <a:pt x="8885504" y="4450589"/>
                </a:cubicBezTo>
                <a:cubicBezTo>
                  <a:pt x="8879738" y="4448840"/>
                  <a:pt x="8873692" y="4447296"/>
                  <a:pt x="8867366" y="4445957"/>
                </a:cubicBezTo>
                <a:cubicBezTo>
                  <a:pt x="8863348" y="4445138"/>
                  <a:pt x="8859553" y="4444245"/>
                  <a:pt x="8855981" y="4443278"/>
                </a:cubicBezTo>
                <a:cubicBezTo>
                  <a:pt x="8852409" y="4442311"/>
                  <a:pt x="8849246" y="4441027"/>
                  <a:pt x="8846493" y="4439427"/>
                </a:cubicBezTo>
                <a:cubicBezTo>
                  <a:pt x="8843740" y="4437827"/>
                  <a:pt x="8841563" y="4435799"/>
                  <a:pt x="8839964" y="4433344"/>
                </a:cubicBezTo>
                <a:cubicBezTo>
                  <a:pt x="8838364" y="4430888"/>
                  <a:pt x="8837564" y="4427763"/>
                  <a:pt x="8837564" y="4423968"/>
                </a:cubicBezTo>
                <a:cubicBezTo>
                  <a:pt x="8837564" y="4417419"/>
                  <a:pt x="8840000" y="4412508"/>
                  <a:pt x="8844874" y="4409234"/>
                </a:cubicBezTo>
                <a:cubicBezTo>
                  <a:pt x="8849748" y="4405959"/>
                  <a:pt x="8856688" y="4404322"/>
                  <a:pt x="8865692" y="4404322"/>
                </a:cubicBezTo>
                <a:cubicBezTo>
                  <a:pt x="8871942" y="4404322"/>
                  <a:pt x="8878622" y="4405011"/>
                  <a:pt x="8885728" y="4406387"/>
                </a:cubicBezTo>
                <a:cubicBezTo>
                  <a:pt x="8892834" y="4407764"/>
                  <a:pt x="8900258" y="4409978"/>
                  <a:pt x="8907996" y="4413029"/>
                </a:cubicBezTo>
                <a:lnTo>
                  <a:pt x="8907996" y="4389588"/>
                </a:lnTo>
                <a:cubicBezTo>
                  <a:pt x="8902192" y="4387133"/>
                  <a:pt x="8895272" y="4385123"/>
                  <a:pt x="8887235" y="4383561"/>
                </a:cubicBezTo>
                <a:cubicBezTo>
                  <a:pt x="8879198" y="4381998"/>
                  <a:pt x="8871198" y="4381217"/>
                  <a:pt x="8863236" y="4381217"/>
                </a:cubicBezTo>
                <a:close/>
                <a:moveTo>
                  <a:pt x="5250843" y="4381217"/>
                </a:moveTo>
                <a:cubicBezTo>
                  <a:pt x="5239309" y="4381217"/>
                  <a:pt x="5229021" y="4383114"/>
                  <a:pt x="5219980" y="4386909"/>
                </a:cubicBezTo>
                <a:cubicBezTo>
                  <a:pt x="5210939" y="4390704"/>
                  <a:pt x="5203311" y="4396025"/>
                  <a:pt x="5197098" y="4402871"/>
                </a:cubicBezTo>
                <a:cubicBezTo>
                  <a:pt x="5190884" y="4409717"/>
                  <a:pt x="5186159" y="4417884"/>
                  <a:pt x="5182922" y="4427372"/>
                </a:cubicBezTo>
                <a:cubicBezTo>
                  <a:pt x="5179685" y="4436860"/>
                  <a:pt x="5178066" y="4447296"/>
                  <a:pt x="5178066" y="4458682"/>
                </a:cubicBezTo>
                <a:cubicBezTo>
                  <a:pt x="5178066" y="4470067"/>
                  <a:pt x="5179685" y="4480504"/>
                  <a:pt x="5182922" y="4489991"/>
                </a:cubicBezTo>
                <a:cubicBezTo>
                  <a:pt x="5186159" y="4499479"/>
                  <a:pt x="5190884" y="4507646"/>
                  <a:pt x="5197098" y="4514492"/>
                </a:cubicBezTo>
                <a:cubicBezTo>
                  <a:pt x="5203311" y="4521338"/>
                  <a:pt x="5210939" y="4526659"/>
                  <a:pt x="5219980" y="4530454"/>
                </a:cubicBezTo>
                <a:cubicBezTo>
                  <a:pt x="5229021" y="4534249"/>
                  <a:pt x="5239309" y="4536147"/>
                  <a:pt x="5250843" y="4536147"/>
                </a:cubicBezTo>
                <a:cubicBezTo>
                  <a:pt x="5262377" y="4536147"/>
                  <a:pt x="5272665" y="4534249"/>
                  <a:pt x="5281706" y="4530454"/>
                </a:cubicBezTo>
                <a:cubicBezTo>
                  <a:pt x="5290748" y="4526659"/>
                  <a:pt x="5298375" y="4521338"/>
                  <a:pt x="5304589" y="4514492"/>
                </a:cubicBezTo>
                <a:cubicBezTo>
                  <a:pt x="5310802" y="4507646"/>
                  <a:pt x="5315528" y="4499479"/>
                  <a:pt x="5318765" y="4489991"/>
                </a:cubicBezTo>
                <a:cubicBezTo>
                  <a:pt x="5322002" y="4480504"/>
                  <a:pt x="5323620" y="4470067"/>
                  <a:pt x="5323620" y="4458682"/>
                </a:cubicBezTo>
                <a:cubicBezTo>
                  <a:pt x="5323620" y="4447296"/>
                  <a:pt x="5322002" y="4436860"/>
                  <a:pt x="5318765" y="4427372"/>
                </a:cubicBezTo>
                <a:cubicBezTo>
                  <a:pt x="5315528" y="4417884"/>
                  <a:pt x="5310802" y="4409717"/>
                  <a:pt x="5304589" y="4402871"/>
                </a:cubicBezTo>
                <a:cubicBezTo>
                  <a:pt x="5298375" y="4396025"/>
                  <a:pt x="5290748" y="4390704"/>
                  <a:pt x="5281706" y="4386909"/>
                </a:cubicBezTo>
                <a:cubicBezTo>
                  <a:pt x="5272665" y="4383114"/>
                  <a:pt x="5262377" y="4381217"/>
                  <a:pt x="5250843" y="4381217"/>
                </a:cubicBezTo>
                <a:close/>
                <a:moveTo>
                  <a:pt x="1755168" y="4381217"/>
                </a:moveTo>
                <a:cubicBezTo>
                  <a:pt x="1743635" y="4381217"/>
                  <a:pt x="1733346" y="4383114"/>
                  <a:pt x="1724305" y="4386909"/>
                </a:cubicBezTo>
                <a:cubicBezTo>
                  <a:pt x="1715264" y="4390704"/>
                  <a:pt x="1707636" y="4396025"/>
                  <a:pt x="1701423" y="4402871"/>
                </a:cubicBezTo>
                <a:cubicBezTo>
                  <a:pt x="1695209" y="4409717"/>
                  <a:pt x="1690484" y="4417884"/>
                  <a:pt x="1687247" y="4427372"/>
                </a:cubicBezTo>
                <a:cubicBezTo>
                  <a:pt x="1684010" y="4436860"/>
                  <a:pt x="1682392" y="4447296"/>
                  <a:pt x="1682392" y="4458682"/>
                </a:cubicBezTo>
                <a:cubicBezTo>
                  <a:pt x="1682392" y="4470067"/>
                  <a:pt x="1684010" y="4480504"/>
                  <a:pt x="1687247" y="4489991"/>
                </a:cubicBezTo>
                <a:cubicBezTo>
                  <a:pt x="1690484" y="4499479"/>
                  <a:pt x="1695209" y="4507646"/>
                  <a:pt x="1701423" y="4514492"/>
                </a:cubicBezTo>
                <a:cubicBezTo>
                  <a:pt x="1707636" y="4521338"/>
                  <a:pt x="1715264" y="4526659"/>
                  <a:pt x="1724305" y="4530454"/>
                </a:cubicBezTo>
                <a:cubicBezTo>
                  <a:pt x="1733346" y="4534249"/>
                  <a:pt x="1743635" y="4536147"/>
                  <a:pt x="1755168" y="4536147"/>
                </a:cubicBezTo>
                <a:cubicBezTo>
                  <a:pt x="1766703" y="4536147"/>
                  <a:pt x="1776990" y="4534249"/>
                  <a:pt x="1786032" y="4530454"/>
                </a:cubicBezTo>
                <a:cubicBezTo>
                  <a:pt x="1795073" y="4526659"/>
                  <a:pt x="1802701" y="4521338"/>
                  <a:pt x="1808914" y="4514492"/>
                </a:cubicBezTo>
                <a:cubicBezTo>
                  <a:pt x="1815128" y="4507646"/>
                  <a:pt x="1819853" y="4499479"/>
                  <a:pt x="1823090" y="4489991"/>
                </a:cubicBezTo>
                <a:cubicBezTo>
                  <a:pt x="1826327" y="4480504"/>
                  <a:pt x="1827945" y="4470067"/>
                  <a:pt x="1827945" y="4458682"/>
                </a:cubicBezTo>
                <a:cubicBezTo>
                  <a:pt x="1827945" y="4447296"/>
                  <a:pt x="1826327" y="4436860"/>
                  <a:pt x="1823090" y="4427372"/>
                </a:cubicBezTo>
                <a:cubicBezTo>
                  <a:pt x="1819853" y="4417884"/>
                  <a:pt x="1815128" y="4409717"/>
                  <a:pt x="1808914" y="4402871"/>
                </a:cubicBezTo>
                <a:cubicBezTo>
                  <a:pt x="1802701" y="4396025"/>
                  <a:pt x="1795073" y="4390704"/>
                  <a:pt x="1786032" y="4386909"/>
                </a:cubicBezTo>
                <a:cubicBezTo>
                  <a:pt x="1776990" y="4383114"/>
                  <a:pt x="1766703" y="4381217"/>
                  <a:pt x="1755168" y="4381217"/>
                </a:cubicBezTo>
                <a:close/>
                <a:moveTo>
                  <a:pt x="7305867" y="3022610"/>
                </a:moveTo>
                <a:cubicBezTo>
                  <a:pt x="7387449" y="3022610"/>
                  <a:pt x="7452059" y="3049852"/>
                  <a:pt x="7499697" y="3104335"/>
                </a:cubicBezTo>
                <a:cubicBezTo>
                  <a:pt x="7547334" y="3158819"/>
                  <a:pt x="7571153" y="3245108"/>
                  <a:pt x="7571153" y="3363203"/>
                </a:cubicBezTo>
                <a:cubicBezTo>
                  <a:pt x="7571153" y="3503548"/>
                  <a:pt x="7548332" y="3600819"/>
                  <a:pt x="7502692" y="3655018"/>
                </a:cubicBezTo>
                <a:cubicBezTo>
                  <a:pt x="7457051" y="3709216"/>
                  <a:pt x="7392584" y="3736315"/>
                  <a:pt x="7309290" y="3736315"/>
                </a:cubicBezTo>
                <a:cubicBezTo>
                  <a:pt x="7228277" y="3736315"/>
                  <a:pt x="7164238" y="3708645"/>
                  <a:pt x="7117171" y="3653306"/>
                </a:cubicBezTo>
                <a:cubicBezTo>
                  <a:pt x="7070104" y="3597967"/>
                  <a:pt x="7046571" y="3506971"/>
                  <a:pt x="7046571" y="3380318"/>
                </a:cubicBezTo>
                <a:cubicBezTo>
                  <a:pt x="7046571" y="3252524"/>
                  <a:pt x="7070247" y="3160958"/>
                  <a:pt x="7117599" y="3105619"/>
                </a:cubicBezTo>
                <a:cubicBezTo>
                  <a:pt x="7164951" y="3050279"/>
                  <a:pt x="7227707" y="3022610"/>
                  <a:pt x="7305867" y="3022610"/>
                </a:cubicBezTo>
                <a:close/>
                <a:moveTo>
                  <a:pt x="9821508" y="2750477"/>
                </a:moveTo>
                <a:lnTo>
                  <a:pt x="9821508" y="4005024"/>
                </a:lnTo>
                <a:lnTo>
                  <a:pt x="10879230" y="4005024"/>
                </a:lnTo>
                <a:lnTo>
                  <a:pt x="10879230" y="3720911"/>
                </a:lnTo>
                <a:lnTo>
                  <a:pt x="10210024" y="3720911"/>
                </a:lnTo>
                <a:lnTo>
                  <a:pt x="10210024" y="3473596"/>
                </a:lnTo>
                <a:lnTo>
                  <a:pt x="10813336" y="3473596"/>
                </a:lnTo>
                <a:lnTo>
                  <a:pt x="10813336" y="3217724"/>
                </a:lnTo>
                <a:lnTo>
                  <a:pt x="10210024" y="3217724"/>
                </a:lnTo>
                <a:lnTo>
                  <a:pt x="10210024" y="3018331"/>
                </a:lnTo>
                <a:lnTo>
                  <a:pt x="10860403" y="3018331"/>
                </a:lnTo>
                <a:lnTo>
                  <a:pt x="10860403" y="2750477"/>
                </a:lnTo>
                <a:close/>
                <a:moveTo>
                  <a:pt x="8160735" y="2750477"/>
                </a:moveTo>
                <a:lnTo>
                  <a:pt x="8160735" y="4005024"/>
                </a:lnTo>
                <a:lnTo>
                  <a:pt x="8478223" y="4005024"/>
                </a:lnTo>
                <a:lnTo>
                  <a:pt x="8478223" y="3048283"/>
                </a:lnTo>
                <a:lnTo>
                  <a:pt x="8722409" y="4005024"/>
                </a:lnTo>
                <a:lnTo>
                  <a:pt x="9009771" y="4005024"/>
                </a:lnTo>
                <a:lnTo>
                  <a:pt x="9254398" y="3048283"/>
                </a:lnTo>
                <a:lnTo>
                  <a:pt x="9254398" y="4005024"/>
                </a:lnTo>
                <a:lnTo>
                  <a:pt x="9571886" y="4005024"/>
                </a:lnTo>
                <a:lnTo>
                  <a:pt x="9571886" y="2750477"/>
                </a:lnTo>
                <a:lnTo>
                  <a:pt x="9062374" y="2750477"/>
                </a:lnTo>
                <a:lnTo>
                  <a:pt x="8867166" y="3513817"/>
                </a:lnTo>
                <a:lnTo>
                  <a:pt x="8670556" y="2750477"/>
                </a:lnTo>
                <a:close/>
                <a:moveTo>
                  <a:pt x="4202614" y="2750477"/>
                </a:moveTo>
                <a:lnTo>
                  <a:pt x="4202614" y="4005024"/>
                </a:lnTo>
                <a:lnTo>
                  <a:pt x="5195299" y="4005024"/>
                </a:lnTo>
                <a:lnTo>
                  <a:pt x="5195299" y="3696094"/>
                </a:lnTo>
                <a:lnTo>
                  <a:pt x="4590275" y="3696094"/>
                </a:lnTo>
                <a:lnTo>
                  <a:pt x="4590275" y="2750477"/>
                </a:lnTo>
                <a:close/>
                <a:moveTo>
                  <a:pt x="2934934" y="2750477"/>
                </a:moveTo>
                <a:lnTo>
                  <a:pt x="2934934" y="4005024"/>
                </a:lnTo>
                <a:lnTo>
                  <a:pt x="3992655" y="4005024"/>
                </a:lnTo>
                <a:lnTo>
                  <a:pt x="3992655" y="3720911"/>
                </a:lnTo>
                <a:lnTo>
                  <a:pt x="3323450" y="3720911"/>
                </a:lnTo>
                <a:lnTo>
                  <a:pt x="3323450" y="3473596"/>
                </a:lnTo>
                <a:lnTo>
                  <a:pt x="3926762" y="3473596"/>
                </a:lnTo>
                <a:lnTo>
                  <a:pt x="3926762" y="3217724"/>
                </a:lnTo>
                <a:lnTo>
                  <a:pt x="3323450" y="3217724"/>
                </a:lnTo>
                <a:lnTo>
                  <a:pt x="3323450" y="3018331"/>
                </a:lnTo>
                <a:lnTo>
                  <a:pt x="3973829" y="3018331"/>
                </a:lnTo>
                <a:lnTo>
                  <a:pt x="3973829" y="2750477"/>
                </a:lnTo>
                <a:close/>
                <a:moveTo>
                  <a:pt x="1053970" y="2750477"/>
                </a:moveTo>
                <a:lnTo>
                  <a:pt x="1333082" y="4005024"/>
                </a:lnTo>
                <a:lnTo>
                  <a:pt x="1713227" y="4005024"/>
                </a:lnTo>
                <a:lnTo>
                  <a:pt x="1932409" y="3215156"/>
                </a:lnTo>
                <a:lnTo>
                  <a:pt x="2152447" y="4005024"/>
                </a:lnTo>
                <a:lnTo>
                  <a:pt x="2532593" y="4005024"/>
                </a:lnTo>
                <a:lnTo>
                  <a:pt x="2809137" y="2750477"/>
                </a:lnTo>
                <a:lnTo>
                  <a:pt x="2442831" y="2750477"/>
                </a:lnTo>
                <a:lnTo>
                  <a:pt x="2310121" y="3451841"/>
                </a:lnTo>
                <a:lnTo>
                  <a:pt x="2115636" y="2750477"/>
                </a:lnTo>
                <a:lnTo>
                  <a:pt x="1748755" y="2750477"/>
                </a:lnTo>
                <a:lnTo>
                  <a:pt x="1554737" y="3452831"/>
                </a:lnTo>
                <a:lnTo>
                  <a:pt x="1422161" y="2750477"/>
                </a:lnTo>
                <a:close/>
                <a:moveTo>
                  <a:pt x="7306722" y="2729084"/>
                </a:moveTo>
                <a:cubicBezTo>
                  <a:pt x="7103051" y="2729084"/>
                  <a:pt x="6944164" y="2786135"/>
                  <a:pt x="6830063" y="2900236"/>
                </a:cubicBezTo>
                <a:cubicBezTo>
                  <a:pt x="6715961" y="3014337"/>
                  <a:pt x="6658911" y="3173795"/>
                  <a:pt x="6658911" y="3378607"/>
                </a:cubicBezTo>
                <a:cubicBezTo>
                  <a:pt x="6658911" y="3525227"/>
                  <a:pt x="6687721" y="3647316"/>
                  <a:pt x="6745343" y="3744873"/>
                </a:cubicBezTo>
                <a:cubicBezTo>
                  <a:pt x="6802964" y="3842429"/>
                  <a:pt x="6878128" y="3913743"/>
                  <a:pt x="6970836" y="3958813"/>
                </a:cubicBezTo>
                <a:cubicBezTo>
                  <a:pt x="7063543" y="4003883"/>
                  <a:pt x="7180640" y="4026418"/>
                  <a:pt x="7322126" y="4026418"/>
                </a:cubicBezTo>
                <a:cubicBezTo>
                  <a:pt x="7461330" y="4026418"/>
                  <a:pt x="7577571" y="4000318"/>
                  <a:pt x="7670849" y="3948116"/>
                </a:cubicBezTo>
                <a:cubicBezTo>
                  <a:pt x="7764127" y="3895915"/>
                  <a:pt x="7835440" y="3822890"/>
                  <a:pt x="7884790" y="3729041"/>
                </a:cubicBezTo>
                <a:cubicBezTo>
                  <a:pt x="7934138" y="3635193"/>
                  <a:pt x="7958813" y="3514958"/>
                  <a:pt x="7958813" y="3368338"/>
                </a:cubicBezTo>
                <a:cubicBezTo>
                  <a:pt x="7958813" y="3166378"/>
                  <a:pt x="7902333" y="3009346"/>
                  <a:pt x="7789372" y="2897241"/>
                </a:cubicBezTo>
                <a:cubicBezTo>
                  <a:pt x="7676412" y="2785136"/>
                  <a:pt x="7515528" y="2729084"/>
                  <a:pt x="7306722" y="2729084"/>
                </a:cubicBezTo>
                <a:close/>
                <a:moveTo>
                  <a:pt x="5934378" y="2729084"/>
                </a:moveTo>
                <a:cubicBezTo>
                  <a:pt x="5732419" y="2729084"/>
                  <a:pt x="5576242" y="2784815"/>
                  <a:pt x="5465849" y="2896278"/>
                </a:cubicBezTo>
                <a:cubicBezTo>
                  <a:pt x="5355456" y="3007741"/>
                  <a:pt x="5300259" y="3167234"/>
                  <a:pt x="5300259" y="3374756"/>
                </a:cubicBezTo>
                <a:cubicBezTo>
                  <a:pt x="5300259" y="3530406"/>
                  <a:pt x="5331637" y="3658118"/>
                  <a:pt x="5394393" y="3757890"/>
                </a:cubicBezTo>
                <a:cubicBezTo>
                  <a:pt x="5457149" y="3857662"/>
                  <a:pt x="5531743" y="3927359"/>
                  <a:pt x="5618175" y="3966983"/>
                </a:cubicBezTo>
                <a:cubicBezTo>
                  <a:pt x="5704607" y="4006606"/>
                  <a:pt x="5815998" y="4026418"/>
                  <a:pt x="5952349" y="4026418"/>
                </a:cubicBezTo>
                <a:cubicBezTo>
                  <a:pt x="6064740" y="4026418"/>
                  <a:pt x="6157304" y="4010159"/>
                  <a:pt x="6230044" y="3977640"/>
                </a:cubicBezTo>
                <a:cubicBezTo>
                  <a:pt x="6302784" y="3945121"/>
                  <a:pt x="6363685" y="3896913"/>
                  <a:pt x="6412749" y="3833016"/>
                </a:cubicBezTo>
                <a:cubicBezTo>
                  <a:pt x="6461813" y="3769119"/>
                  <a:pt x="6497755" y="3689533"/>
                  <a:pt x="6520575" y="3594259"/>
                </a:cubicBezTo>
                <a:lnTo>
                  <a:pt x="6180838" y="3491567"/>
                </a:lnTo>
                <a:cubicBezTo>
                  <a:pt x="6163722" y="3570868"/>
                  <a:pt x="6136196" y="3631342"/>
                  <a:pt x="6098257" y="3672989"/>
                </a:cubicBezTo>
                <a:cubicBezTo>
                  <a:pt x="6060318" y="3714636"/>
                  <a:pt x="6004265" y="3735459"/>
                  <a:pt x="5930100" y="3735459"/>
                </a:cubicBezTo>
                <a:cubicBezTo>
                  <a:pt x="5853652" y="3735459"/>
                  <a:pt x="5794319" y="3709675"/>
                  <a:pt x="5752101" y="3658106"/>
                </a:cubicBezTo>
                <a:cubicBezTo>
                  <a:pt x="5709884" y="3606538"/>
                  <a:pt x="5688775" y="3511232"/>
                  <a:pt x="5688775" y="3372188"/>
                </a:cubicBezTo>
                <a:cubicBezTo>
                  <a:pt x="5688775" y="3259941"/>
                  <a:pt x="5706461" y="3177606"/>
                  <a:pt x="5741832" y="3125181"/>
                </a:cubicBezTo>
                <a:cubicBezTo>
                  <a:pt x="5788614" y="3054518"/>
                  <a:pt x="5855934" y="3019187"/>
                  <a:pt x="5943792" y="3019187"/>
                </a:cubicBezTo>
                <a:cubicBezTo>
                  <a:pt x="5982586" y="3019187"/>
                  <a:pt x="6017673" y="3027174"/>
                  <a:pt x="6049050" y="3043148"/>
                </a:cubicBezTo>
                <a:cubicBezTo>
                  <a:pt x="6080428" y="3059122"/>
                  <a:pt x="6106957" y="3081943"/>
                  <a:pt x="6128636" y="3111609"/>
                </a:cubicBezTo>
                <a:cubicBezTo>
                  <a:pt x="6141758" y="3129295"/>
                  <a:pt x="6154309" y="3157250"/>
                  <a:pt x="6166290" y="3195474"/>
                </a:cubicBezTo>
                <a:lnTo>
                  <a:pt x="6508594" y="3119311"/>
                </a:lnTo>
                <a:cubicBezTo>
                  <a:pt x="6464665" y="2986953"/>
                  <a:pt x="6397488" y="2888826"/>
                  <a:pt x="6307063" y="2824929"/>
                </a:cubicBezTo>
                <a:cubicBezTo>
                  <a:pt x="6216637" y="2761032"/>
                  <a:pt x="6092409" y="2729084"/>
                  <a:pt x="5934378" y="2729084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bg1">
                  <a:lumMod val="75000"/>
                  <a:tint val="66000"/>
                  <a:satMod val="160000"/>
                </a:schemeClr>
              </a:gs>
              <a:gs pos="50000">
                <a:schemeClr val="bg1">
                  <a:lumMod val="75000"/>
                  <a:tint val="44500"/>
                  <a:satMod val="160000"/>
                </a:schemeClr>
              </a:gs>
              <a:gs pos="100000">
                <a:schemeClr val="bg1">
                  <a:lumMod val="7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3377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4D3E58-4AE3-16A2-9C35-56AA77B11F7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95083" y="1240465"/>
            <a:ext cx="12891976" cy="4813301"/>
          </a:xfrm>
          <a:prstGeom prst="rect">
            <a:avLst/>
          </a:prstGeom>
          <a:ln>
            <a:noFill/>
          </a:ln>
          <a:effectLst>
            <a:outerShdw blurRad="184150" dist="241300" dir="11520000" sx="110000" sy="110000" algn="ctr">
              <a:srgbClr val="000000">
                <a:alpha val="18000"/>
              </a:srgbClr>
            </a:outerShdw>
          </a:effectLst>
          <a:scene3d>
            <a:camera prst="perspectiveFront" fov="5100000">
              <a:rot lat="0" lon="2100000" rev="0"/>
            </a:camera>
            <a:lightRig rig="flood" dir="t">
              <a:rot lat="0" lon="0" rev="13800000"/>
            </a:lightRig>
          </a:scene3d>
          <a:sp3d extrusionH="107950" prstMaterial="plastic">
            <a:bevelT w="82550" h="63500" prst="divot"/>
            <a:bevelB/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D071A1F4-23D1-903C-2396-EE7BEE9BD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4800" dirty="0">
                <a:solidFill>
                  <a:srgbClr val="FF0000"/>
                </a:solidFill>
                <a:latin typeface="Copperplate Gothic Bold" panose="020E0705020206020404" pitchFamily="34" charset="0"/>
              </a:rPr>
              <a:t>OJT (on Job Training) - 1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273F6F-F54B-5224-1C4B-9DE319AB2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424" y="1901825"/>
            <a:ext cx="10515600" cy="3914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>
                <a:latin typeface="Arial Rounded MT Bold" panose="020F0704030504030204" pitchFamily="34" charset="0"/>
              </a:rPr>
              <a:t>College Name : Government polytechnic Udupi (GPT)</a:t>
            </a:r>
          </a:p>
          <a:p>
            <a:pPr marL="0" indent="0">
              <a:buNone/>
            </a:pPr>
            <a:r>
              <a:rPr lang="en-IN" dirty="0">
                <a:latin typeface="Arial Rounded MT Bold" panose="020F0704030504030204" pitchFamily="34" charset="0"/>
              </a:rPr>
              <a:t>Project Name : Password Cracker</a:t>
            </a:r>
          </a:p>
          <a:p>
            <a:pPr marL="0" indent="0">
              <a:buNone/>
            </a:pPr>
            <a:r>
              <a:rPr lang="en-IN" dirty="0">
                <a:latin typeface="Arial Rounded MT Bold" panose="020F0704030504030204" pitchFamily="34" charset="0"/>
              </a:rPr>
              <a:t>Team Members : Vaibhav</a:t>
            </a:r>
          </a:p>
          <a:p>
            <a:pPr marL="0" indent="0">
              <a:buNone/>
            </a:pPr>
            <a:r>
              <a:rPr lang="en-IN" dirty="0">
                <a:latin typeface="Arial Rounded MT Bold" panose="020F0704030504030204" pitchFamily="34" charset="0"/>
              </a:rPr>
              <a:t>                                 Naman</a:t>
            </a:r>
          </a:p>
          <a:p>
            <a:pPr marL="0" indent="0">
              <a:buNone/>
            </a:pPr>
            <a:r>
              <a:rPr lang="en-IN" dirty="0">
                <a:latin typeface="Arial Rounded MT Bold" panose="020F0704030504030204" pitchFamily="34" charset="0"/>
              </a:rPr>
              <a:t>                                 Tanish</a:t>
            </a:r>
          </a:p>
          <a:p>
            <a:pPr marL="0" indent="0">
              <a:buNone/>
            </a:pPr>
            <a:r>
              <a:rPr lang="en-IN" dirty="0">
                <a:latin typeface="Arial Rounded MT Bold" panose="020F0704030504030204" pitchFamily="34" charset="0"/>
              </a:rPr>
              <a:t>                                 Sujan Naik</a:t>
            </a:r>
          </a:p>
        </p:txBody>
      </p:sp>
    </p:spTree>
    <p:extLst>
      <p:ext uri="{BB962C8B-B14F-4D97-AF65-F5344CB8AC3E}">
        <p14:creationId xmlns:p14="http://schemas.microsoft.com/office/powerpoint/2010/main" val="2529182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37DEF-F0F3-5AF9-7767-71B216915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5400" i="1" u="sng" dirty="0">
                <a:latin typeface="Berlin Sans FB" panose="020E0602020502020306" pitchFamily="34" charset="0"/>
              </a:rPr>
              <a:t>PROJECT SUMMARY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8CED-0C63-567F-0C58-5B58E265A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1" y="1820862"/>
            <a:ext cx="10515600" cy="4351338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IN" sz="9800" i="1" u="sng" dirty="0">
                <a:solidFill>
                  <a:srgbClr val="C00000"/>
                </a:solidFill>
                <a:latin typeface="Copperplate Gothic Bold" panose="020E0705020206020404" pitchFamily="34" charset="0"/>
              </a:rPr>
              <a:t>Password Cracker</a:t>
            </a:r>
          </a:p>
          <a:p>
            <a:pPr marL="0" indent="0">
              <a:buNone/>
            </a:pPr>
            <a:r>
              <a:rPr lang="en-IN" sz="12800" u="sng" dirty="0" err="1">
                <a:solidFill>
                  <a:srgbClr val="FF0000"/>
                </a:solidFill>
                <a:latin typeface="Berlin Sans FB Demi" panose="020E0802020502020306" pitchFamily="34" charset="0"/>
              </a:rPr>
              <a:t>Defination</a:t>
            </a:r>
            <a:r>
              <a:rPr lang="en-IN" sz="12800" u="sng" dirty="0">
                <a:solidFill>
                  <a:srgbClr val="FF0000"/>
                </a:solidFill>
                <a:latin typeface="Berlin Sans FB Demi" panose="020E0802020502020306" pitchFamily="34" charset="0"/>
              </a:rPr>
              <a:t> </a:t>
            </a:r>
            <a:r>
              <a:rPr lang="en-IN" sz="12800" dirty="0">
                <a:solidFill>
                  <a:srgbClr val="FF0000"/>
                </a:solidFill>
                <a:latin typeface="Berlin Sans FB Demi" panose="020E0802020502020306" pitchFamily="34" charset="0"/>
              </a:rPr>
              <a:t>:</a:t>
            </a:r>
            <a:r>
              <a:rPr lang="en-US" sz="12800" dirty="0"/>
              <a:t> </a:t>
            </a:r>
            <a:r>
              <a:rPr lang="en-US" sz="11200" dirty="0"/>
              <a:t>A password cracker is a program that attempts to break passwords to gain access to a system or account</a:t>
            </a:r>
            <a:r>
              <a:rPr lang="en-US" sz="9600" dirty="0"/>
              <a:t>.</a:t>
            </a:r>
          </a:p>
          <a:p>
            <a:pPr marL="0" indent="0">
              <a:buNone/>
            </a:pPr>
            <a:r>
              <a:rPr lang="en-US" sz="12800" b="1" u="sng" dirty="0">
                <a:solidFill>
                  <a:srgbClr val="FF0000"/>
                </a:solidFill>
                <a:latin typeface="Arial Rounded MT Bold" panose="020F0704030504030204" pitchFamily="34" charset="0"/>
              </a:rPr>
              <a:t>Use Cases </a:t>
            </a:r>
            <a:r>
              <a:rPr lang="en-US" sz="12800" b="1" dirty="0">
                <a:solidFill>
                  <a:srgbClr val="FF0000"/>
                </a:solidFill>
                <a:latin typeface="Arial Rounded MT Bold" panose="020F070403050403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9600" b="1" dirty="0"/>
              <a:t>*  </a:t>
            </a:r>
            <a:r>
              <a:rPr lang="en-US" sz="9600" b="1" u="sng" dirty="0"/>
              <a:t>Ethical hacking &amp; cybersecurity testing </a:t>
            </a:r>
            <a:r>
              <a:rPr lang="en-US" sz="9600" dirty="0"/>
              <a:t>– to find weak passwords</a:t>
            </a:r>
          </a:p>
          <a:p>
            <a:pPr marL="0" indent="0">
              <a:buNone/>
            </a:pPr>
            <a:r>
              <a:rPr lang="en-US" sz="9600" b="1" dirty="0"/>
              <a:t>*  </a:t>
            </a:r>
            <a:r>
              <a:rPr lang="en-US" sz="9600" b="1" u="sng" dirty="0"/>
              <a:t>Security auditing</a:t>
            </a:r>
            <a:r>
              <a:rPr lang="en-US" sz="9600" u="sng" dirty="0"/>
              <a:t> </a:t>
            </a:r>
            <a:r>
              <a:rPr lang="en-US" sz="9600" dirty="0"/>
              <a:t>– to improve system protection. It can also be used illegally to hack accounts</a:t>
            </a:r>
          </a:p>
          <a:p>
            <a:pPr marL="0" indent="0">
              <a:buNone/>
            </a:pPr>
            <a:endParaRPr lang="en-IN" dirty="0">
              <a:solidFill>
                <a:srgbClr val="FF0000"/>
              </a:solidFill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9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D16C91E-F0C6-CC4B-F06E-616C07634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47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9CE18CE-1A20-52A2-A702-67797044CC92}"/>
              </a:ext>
            </a:extLst>
          </p:cNvPr>
          <p:cNvSpPr/>
          <p:nvPr/>
        </p:nvSpPr>
        <p:spPr>
          <a:xfrm>
            <a:off x="4909457" y="2185307"/>
            <a:ext cx="2590800" cy="2514600"/>
          </a:xfrm>
          <a:prstGeom prst="ellipse">
            <a:avLst/>
          </a:prstGeom>
          <a:solidFill>
            <a:srgbClr val="FFC000"/>
          </a:solidFill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Sitka Small Semibold" pitchFamily="2" charset="0"/>
              </a:rPr>
              <a:t>Techniques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C7D05ED-174C-E769-AC12-623DD8876B47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Sitka Small Semibold" pitchFamily="2" charset="0"/>
              </a:rPr>
              <a:t>Password Spraying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3EBBE3B-6FB6-8C9C-AF0D-6962DF9F9018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Sitka Small Semibold" pitchFamily="2" charset="0"/>
              </a:rPr>
              <a:t>Phishing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750FBE7-92D2-15F1-7AB2-55984ECDA32F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Sitka Small Semibold" pitchFamily="2" charset="0"/>
              </a:rPr>
              <a:t>Malware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D845B97-A37E-E7F3-B325-DEFF9B9B0191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  <a:latin typeface="Sitka Small Semibold" pitchFamily="2" charset="0"/>
              </a:rPr>
              <a:t>Brute Force Attack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DBF711-5519-7B46-35A4-A9061BAD27C1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Mask Attack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E90E0FF-57A4-A5AF-7973-5C5DA0E917B0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Sitka Small Semibold" pitchFamily="2" charset="0"/>
              </a:rPr>
              <a:t>Spidering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B93CDF-DDF0-ACC7-1CCB-F74069EB72AA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MITM</a:t>
            </a:r>
          </a:p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Attack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1A0A4AD-5F0B-4552-6E62-D046360A6A00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Rainbow Tables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2E10DAF-1474-F6DC-4A8A-721DC5FC19A7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Sitka Small Semibold" pitchFamily="2" charset="0"/>
              </a:rPr>
              <a:t>Credential Stuffing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0A1CAF9-1CAB-FB7F-67A2-7A2FA3C5ED9E}"/>
              </a:ext>
            </a:extLst>
          </p:cNvPr>
          <p:cNvSpPr/>
          <p:nvPr/>
        </p:nvSpPr>
        <p:spPr>
          <a:xfrm>
            <a:off x="5513615" y="2756807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Dictionary Attack</a:t>
            </a:r>
          </a:p>
        </p:txBody>
      </p:sp>
    </p:spTree>
    <p:extLst>
      <p:ext uri="{BB962C8B-B14F-4D97-AF65-F5344CB8AC3E}">
        <p14:creationId xmlns:p14="http://schemas.microsoft.com/office/powerpoint/2010/main" val="563596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30372-751C-D478-B4FD-CC20BE92F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4ADA09-ED84-9483-549A-3B185032452C}"/>
              </a:ext>
            </a:extLst>
          </p:cNvPr>
          <p:cNvSpPr/>
          <p:nvPr/>
        </p:nvSpPr>
        <p:spPr>
          <a:xfrm>
            <a:off x="4800600" y="2133600"/>
            <a:ext cx="2590800" cy="2514600"/>
          </a:xfrm>
          <a:prstGeom prst="ellipse">
            <a:avLst/>
          </a:prstGeom>
          <a:solidFill>
            <a:srgbClr val="FFC000"/>
          </a:solidFill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i="1" dirty="0">
                <a:solidFill>
                  <a:schemeClr val="tx1">
                    <a:lumMod val="95000"/>
                    <a:lumOff val="5000"/>
                  </a:schemeClr>
                </a:solidFill>
                <a:latin typeface="Sitka Small Semibold" pitchFamily="2" charset="0"/>
              </a:rPr>
              <a:t>Techniques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7F6E3FD-31B1-F15B-653C-BB300B732AD4}"/>
              </a:ext>
            </a:extLst>
          </p:cNvPr>
          <p:cNvSpPr/>
          <p:nvPr/>
        </p:nvSpPr>
        <p:spPr>
          <a:xfrm>
            <a:off x="6950524" y="783772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Sitka Small Semibold" pitchFamily="2" charset="0"/>
              </a:rPr>
              <a:t>Password Spraying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5BEB00A-52B1-2C5A-2A12-083ADD363E3A}"/>
              </a:ext>
            </a:extLst>
          </p:cNvPr>
          <p:cNvSpPr/>
          <p:nvPr/>
        </p:nvSpPr>
        <p:spPr>
          <a:xfrm>
            <a:off x="2873829" y="1997529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Sitka Small Semibold" pitchFamily="2" charset="0"/>
              </a:rPr>
              <a:t>Phishing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72C5E42-704F-0431-D131-D39548E3A5D7}"/>
              </a:ext>
            </a:extLst>
          </p:cNvPr>
          <p:cNvSpPr/>
          <p:nvPr/>
        </p:nvSpPr>
        <p:spPr>
          <a:xfrm>
            <a:off x="3858992" y="762000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Sitka Small Semibold" pitchFamily="2" charset="0"/>
              </a:rPr>
              <a:t>Malware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32182E6-758F-43C6-DB81-78BAE0BA36D6}"/>
              </a:ext>
            </a:extLst>
          </p:cNvPr>
          <p:cNvSpPr/>
          <p:nvPr/>
        </p:nvSpPr>
        <p:spPr>
          <a:xfrm>
            <a:off x="5404757" y="97972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>
                    <a:lumMod val="85000"/>
                    <a:lumOff val="15000"/>
                  </a:schemeClr>
                </a:solidFill>
                <a:latin typeface="Sitka Small Semibold" pitchFamily="2" charset="0"/>
              </a:rPr>
              <a:t>Brute Force Attack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886A52F-1DF7-696A-73D5-EE2FCC10DAE0}"/>
              </a:ext>
            </a:extLst>
          </p:cNvPr>
          <p:cNvSpPr/>
          <p:nvPr/>
        </p:nvSpPr>
        <p:spPr>
          <a:xfrm>
            <a:off x="6950524" y="4942113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Mask Attack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ABA8ADD-57F2-6843-EA0B-5FA1862FE216}"/>
              </a:ext>
            </a:extLst>
          </p:cNvPr>
          <p:cNvSpPr/>
          <p:nvPr/>
        </p:nvSpPr>
        <p:spPr>
          <a:xfrm>
            <a:off x="5327195" y="5415643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Sitka Small Semibold" pitchFamily="2" charset="0"/>
              </a:rPr>
              <a:t>Spidering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962756-DF19-BAEC-DF0F-A07AA67DB2B3}"/>
              </a:ext>
            </a:extLst>
          </p:cNvPr>
          <p:cNvSpPr/>
          <p:nvPr/>
        </p:nvSpPr>
        <p:spPr>
          <a:xfrm>
            <a:off x="3703865" y="4860471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MITM</a:t>
            </a:r>
          </a:p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Attack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FD5A2D5-7454-5AD3-7FF7-6DF1A4649AB4}"/>
              </a:ext>
            </a:extLst>
          </p:cNvPr>
          <p:cNvSpPr/>
          <p:nvPr/>
        </p:nvSpPr>
        <p:spPr>
          <a:xfrm>
            <a:off x="2873829" y="3543300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Rainbow Tables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D677A58-94B8-FA20-9BD9-87D03402F867}"/>
              </a:ext>
            </a:extLst>
          </p:cNvPr>
          <p:cNvSpPr/>
          <p:nvPr/>
        </p:nvSpPr>
        <p:spPr>
          <a:xfrm>
            <a:off x="8104411" y="1997529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Sitka Small Semibold" pitchFamily="2" charset="0"/>
              </a:rPr>
              <a:t>Credential Stuffing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84F39A-A3F1-5CA3-8E1A-D3BF80C7472E}"/>
              </a:ext>
            </a:extLst>
          </p:cNvPr>
          <p:cNvSpPr/>
          <p:nvPr/>
        </p:nvSpPr>
        <p:spPr>
          <a:xfrm>
            <a:off x="8153400" y="3663042"/>
            <a:ext cx="1382485" cy="1371600"/>
          </a:xfrm>
          <a:prstGeom prst="ellipse">
            <a:avLst/>
          </a:prstGeom>
          <a:effectLst>
            <a:outerShdw blurRad="215900" dist="38100" dir="8100000" algn="tr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  <a:latin typeface="Sitka Small Semibold" pitchFamily="2" charset="0"/>
              </a:rPr>
              <a:t>Dictionary Attack</a:t>
            </a:r>
          </a:p>
        </p:txBody>
      </p:sp>
    </p:spTree>
    <p:extLst>
      <p:ext uri="{BB962C8B-B14F-4D97-AF65-F5344CB8AC3E}">
        <p14:creationId xmlns:p14="http://schemas.microsoft.com/office/powerpoint/2010/main" val="11981239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6AD4DD-0623-3141-87B4-47D0848A3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1281" y="-10886"/>
            <a:ext cx="10018713" cy="549729"/>
          </a:xfrm>
        </p:spPr>
        <p:txBody>
          <a:bodyPr>
            <a:normAutofit fontScale="90000"/>
          </a:bodyPr>
          <a:lstStyle/>
          <a:p>
            <a:pPr algn="l"/>
            <a:r>
              <a:rPr lang="en-IN" i="1" u="sng" dirty="0">
                <a:latin typeface="Arial Black" panose="020B0A04020102020204" pitchFamily="34" charset="0"/>
              </a:rPr>
              <a:t>EXPLAINATION</a:t>
            </a:r>
            <a:r>
              <a:rPr lang="en-IN" i="1" dirty="0">
                <a:latin typeface="Arial Black" panose="020B0A04020102020204" pitchFamily="34" charset="0"/>
              </a:rPr>
              <a:t>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9C2AA6-83EE-BA1C-8BA7-DD8B95264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09" y="816429"/>
            <a:ext cx="10555290" cy="5851071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buAutoNum type="arabicPeriod"/>
            </a:pPr>
            <a:r>
              <a:rPr lang="en-IN" b="1" u="sng" dirty="0">
                <a:solidFill>
                  <a:srgbClr val="FF0000"/>
                </a:solidFill>
              </a:rPr>
              <a:t>Brute Force Attack </a:t>
            </a:r>
            <a:r>
              <a:rPr lang="en-IN" b="1" dirty="0">
                <a:solidFill>
                  <a:srgbClr val="FF0000"/>
                </a:solidFill>
              </a:rPr>
              <a:t>: </a:t>
            </a:r>
            <a:r>
              <a:rPr lang="en-US" dirty="0"/>
              <a:t>In a brute-force password attack, a hacker tries to access a secure user account through trial and error. </a:t>
            </a:r>
          </a:p>
          <a:p>
            <a:pPr marL="457200" indent="-457200">
              <a:buAutoNum type="arabicPeriod"/>
            </a:pPr>
            <a:r>
              <a:rPr lang="en-US" b="1" u="sng" dirty="0">
                <a:solidFill>
                  <a:srgbClr val="FF0000"/>
                </a:solidFill>
              </a:rPr>
              <a:t>Password Spraying : </a:t>
            </a:r>
            <a:r>
              <a:rPr lang="en-US" dirty="0"/>
              <a:t>A password spray attack is a type of brute force attack in which, rather than trying many random passwords against a single account.</a:t>
            </a:r>
          </a:p>
          <a:p>
            <a:pPr marL="457200" indent="-457200">
              <a:buAutoNum type="arabicPeriod"/>
            </a:pPr>
            <a:r>
              <a:rPr lang="en-US" b="1" u="sng" dirty="0">
                <a:solidFill>
                  <a:srgbClr val="FF0000"/>
                </a:solidFill>
              </a:rPr>
              <a:t>Credential Stuffing : </a:t>
            </a:r>
            <a:r>
              <a:rPr lang="en-US" dirty="0"/>
              <a:t>In a credential stuffing attack, hackers use compromised credentials, to log in to other </a:t>
            </a:r>
            <a:r>
              <a:rPr lang="en-IN" dirty="0"/>
              <a:t>user accounts.</a:t>
            </a:r>
          </a:p>
          <a:p>
            <a:pPr marL="457200" indent="-457200">
              <a:buAutoNum type="arabicPeriod"/>
            </a:pPr>
            <a:r>
              <a:rPr lang="en-IN" b="1" u="sng" dirty="0">
                <a:solidFill>
                  <a:srgbClr val="FF0000"/>
                </a:solidFill>
              </a:rPr>
              <a:t>Dictionary Attack : </a:t>
            </a:r>
            <a:r>
              <a:rPr lang="en-US" dirty="0"/>
              <a:t>a hacker systematically enters common words and word variations from a specific, preselected list.</a:t>
            </a:r>
          </a:p>
          <a:p>
            <a:pPr marL="457200" indent="-457200">
              <a:buAutoNum type="arabicPeriod"/>
            </a:pPr>
            <a:r>
              <a:rPr lang="en-US" b="1" u="sng" dirty="0">
                <a:solidFill>
                  <a:srgbClr val="FF0000"/>
                </a:solidFill>
              </a:rPr>
              <a:t>Mask Attack : </a:t>
            </a:r>
            <a:r>
              <a:rPr lang="en-US" dirty="0"/>
              <a:t>A mask attack is similar to a dictionary attack, but it's a far more targeted brute-force technique.</a:t>
            </a:r>
          </a:p>
          <a:p>
            <a:pPr marL="457200" indent="-457200">
              <a:buAutoNum type="arabicPeriod"/>
            </a:pPr>
            <a:r>
              <a:rPr lang="en-US" b="1" u="sng" dirty="0">
                <a:solidFill>
                  <a:srgbClr val="FF0000"/>
                </a:solidFill>
              </a:rPr>
              <a:t>Spidering : </a:t>
            </a:r>
            <a:r>
              <a:rPr lang="en-US" dirty="0"/>
              <a:t>Spidering is also intended to support a dictionary attack and similarly requires some dedicated effort on the part of the hacker.</a:t>
            </a:r>
          </a:p>
          <a:p>
            <a:pPr marL="457200" indent="-457200">
              <a:buAutoNum type="arabicPeriod"/>
            </a:pPr>
            <a:r>
              <a:rPr lang="en-US" b="1" u="sng" dirty="0">
                <a:solidFill>
                  <a:srgbClr val="FF0000"/>
                </a:solidFill>
              </a:rPr>
              <a:t>MITM(Man In The Middle)Attack : </a:t>
            </a:r>
            <a:r>
              <a:rPr lang="en-US" dirty="0"/>
              <a:t>involve eavesdropping on or otherwise intercepting sensitive communications between the app or website a user is connected.</a:t>
            </a:r>
          </a:p>
          <a:p>
            <a:pPr marL="457200" indent="-457200">
              <a:buAutoNum type="arabicPeriod"/>
            </a:pPr>
            <a:r>
              <a:rPr lang="en-US" b="1" u="sng" dirty="0">
                <a:solidFill>
                  <a:srgbClr val="FF0000"/>
                </a:solidFill>
              </a:rPr>
              <a:t>Rainbow Tables : </a:t>
            </a:r>
            <a:r>
              <a:rPr lang="en-US" dirty="0"/>
              <a:t>are comprehensive directories that use a password hash algorithm to list out every possible plaintext version of an encrypted password.</a:t>
            </a:r>
          </a:p>
          <a:p>
            <a:pPr marL="457200" indent="-457200">
              <a:buAutoNum type="arabicPeriod"/>
            </a:pPr>
            <a:r>
              <a:rPr lang="en-IN" b="1" u="sng" dirty="0">
                <a:solidFill>
                  <a:srgbClr val="FF0000"/>
                </a:solidFill>
              </a:rPr>
              <a:t>Phishing :</a:t>
            </a:r>
            <a:r>
              <a:rPr lang="en-IN" b="1" u="sng" dirty="0">
                <a:solidFill>
                  <a:srgbClr val="C00000"/>
                </a:solidFill>
              </a:rPr>
              <a:t> </a:t>
            </a:r>
            <a:r>
              <a:rPr lang="en-US" dirty="0"/>
              <a:t>A phishing attack is less about cracking passwords and more about getting users.</a:t>
            </a:r>
          </a:p>
          <a:p>
            <a:pPr marL="457200" indent="-457200">
              <a:buAutoNum type="arabicPeriod"/>
            </a:pPr>
            <a:r>
              <a:rPr lang="en-US" b="1" u="sng" dirty="0">
                <a:solidFill>
                  <a:srgbClr val="FF0000"/>
                </a:solidFill>
              </a:rPr>
              <a:t>Malware</a:t>
            </a:r>
            <a:r>
              <a:rPr lang="en-US" b="1" dirty="0">
                <a:solidFill>
                  <a:srgbClr val="FF0000"/>
                </a:solidFill>
              </a:rPr>
              <a:t> :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dirty="0"/>
              <a:t>refers to programs that are designed specifically for stealing passwords.</a:t>
            </a:r>
            <a:endParaRPr lang="en-IN" b="1" u="sng" dirty="0">
              <a:solidFill>
                <a:srgbClr val="C00000"/>
              </a:solidFill>
            </a:endParaRPr>
          </a:p>
          <a:p>
            <a:pPr marL="457200" indent="-457200">
              <a:buAutoNum type="arabicPeriod"/>
            </a:pPr>
            <a:endParaRPr lang="en-US" b="1" u="sng" dirty="0">
              <a:solidFill>
                <a:srgbClr val="C00000"/>
              </a:solidFill>
            </a:endParaRPr>
          </a:p>
          <a:p>
            <a:pPr marL="457200" indent="-457200">
              <a:buAutoNum type="arabicPeriod"/>
            </a:pPr>
            <a:endParaRPr lang="en-IN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749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ardrop 6">
            <a:extLst>
              <a:ext uri="{FF2B5EF4-FFF2-40B4-BE49-F238E27FC236}">
                <a16:creationId xmlns:a16="http://schemas.microsoft.com/office/drawing/2014/main" id="{72291F1E-1986-944B-93C5-F2AB5AF26C0D}"/>
              </a:ext>
            </a:extLst>
          </p:cNvPr>
          <p:cNvSpPr/>
          <p:nvPr/>
        </p:nvSpPr>
        <p:spPr>
          <a:xfrm rot="19117916">
            <a:off x="4930310" y="737982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ardrop 7">
            <a:extLst>
              <a:ext uri="{FF2B5EF4-FFF2-40B4-BE49-F238E27FC236}">
                <a16:creationId xmlns:a16="http://schemas.microsoft.com/office/drawing/2014/main" id="{FC71F3CC-E198-6255-6F75-950B00414844}"/>
              </a:ext>
            </a:extLst>
          </p:cNvPr>
          <p:cNvSpPr/>
          <p:nvPr/>
        </p:nvSpPr>
        <p:spPr>
          <a:xfrm rot="18924957">
            <a:off x="4930310" y="737982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ardrop 8">
            <a:extLst>
              <a:ext uri="{FF2B5EF4-FFF2-40B4-BE49-F238E27FC236}">
                <a16:creationId xmlns:a16="http://schemas.microsoft.com/office/drawing/2014/main" id="{B58717BF-2CB5-759C-E90A-6377E32470CB}"/>
              </a:ext>
            </a:extLst>
          </p:cNvPr>
          <p:cNvSpPr/>
          <p:nvPr/>
        </p:nvSpPr>
        <p:spPr>
          <a:xfrm rot="19166041">
            <a:off x="4930310" y="737982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ardrop 12">
            <a:extLst>
              <a:ext uri="{FF2B5EF4-FFF2-40B4-BE49-F238E27FC236}">
                <a16:creationId xmlns:a16="http://schemas.microsoft.com/office/drawing/2014/main" id="{37E97B91-E69F-3467-F3A2-D408B2AA43E0}"/>
              </a:ext>
            </a:extLst>
          </p:cNvPr>
          <p:cNvSpPr/>
          <p:nvPr/>
        </p:nvSpPr>
        <p:spPr>
          <a:xfrm rot="18962242">
            <a:off x="4930310" y="737982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ardrop 14">
            <a:extLst>
              <a:ext uri="{FF2B5EF4-FFF2-40B4-BE49-F238E27FC236}">
                <a16:creationId xmlns:a16="http://schemas.microsoft.com/office/drawing/2014/main" id="{DF4977B2-8851-33F4-1139-FA89A9B729DA}"/>
              </a:ext>
            </a:extLst>
          </p:cNvPr>
          <p:cNvSpPr/>
          <p:nvPr/>
        </p:nvSpPr>
        <p:spPr>
          <a:xfrm rot="19000698">
            <a:off x="4930310" y="737982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ardrop 15">
            <a:extLst>
              <a:ext uri="{FF2B5EF4-FFF2-40B4-BE49-F238E27FC236}">
                <a16:creationId xmlns:a16="http://schemas.microsoft.com/office/drawing/2014/main" id="{DEFD1552-BCFF-B709-BB82-B064AF531E53}"/>
              </a:ext>
            </a:extLst>
          </p:cNvPr>
          <p:cNvSpPr/>
          <p:nvPr/>
        </p:nvSpPr>
        <p:spPr>
          <a:xfrm rot="18900590">
            <a:off x="4930310" y="737982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ardrop 16">
            <a:extLst>
              <a:ext uri="{FF2B5EF4-FFF2-40B4-BE49-F238E27FC236}">
                <a16:creationId xmlns:a16="http://schemas.microsoft.com/office/drawing/2014/main" id="{1CFD8D5E-64A4-45F5-C1AD-33A0FDBFA8CD}"/>
              </a:ext>
            </a:extLst>
          </p:cNvPr>
          <p:cNvSpPr/>
          <p:nvPr/>
        </p:nvSpPr>
        <p:spPr>
          <a:xfrm rot="18842826">
            <a:off x="4930310" y="737982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913570-6780-9F90-DE57-691E3F553728}"/>
              </a:ext>
            </a:extLst>
          </p:cNvPr>
          <p:cNvSpPr txBox="1"/>
          <p:nvPr/>
        </p:nvSpPr>
        <p:spPr>
          <a:xfrm>
            <a:off x="5756528" y="7756305"/>
            <a:ext cx="18473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  <a:p>
            <a:endParaRPr lang="en-IN" sz="2800" b="1" dirty="0">
              <a:latin typeface="Sitka Small Semibold" pitchFamily="2" charset="0"/>
            </a:endParaRPr>
          </a:p>
          <a:p>
            <a:endParaRPr lang="en-IN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291DBB-5B22-65F8-1BB0-563383F5C959}"/>
              </a:ext>
            </a:extLst>
          </p:cNvPr>
          <p:cNvSpPr txBox="1"/>
          <p:nvPr/>
        </p:nvSpPr>
        <p:spPr>
          <a:xfrm>
            <a:off x="5756528" y="7848638"/>
            <a:ext cx="184731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sz="2800" b="1" dirty="0">
              <a:latin typeface="Sitka Small Semibold" pitchFamily="2" charset="0"/>
            </a:endParaRPr>
          </a:p>
          <a:p>
            <a:endParaRPr lang="en-IN" sz="2400" dirty="0">
              <a:latin typeface="Sitka Small Semibold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341BC7-5226-293B-83DC-29DB176FDEE6}"/>
              </a:ext>
            </a:extLst>
          </p:cNvPr>
          <p:cNvSpPr txBox="1"/>
          <p:nvPr/>
        </p:nvSpPr>
        <p:spPr>
          <a:xfrm>
            <a:off x="5756528" y="7894805"/>
            <a:ext cx="184731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sz="2800" b="1" dirty="0">
              <a:latin typeface="Sitka Small Semibold" pitchFamily="2" charset="0"/>
            </a:endParaRPr>
          </a:p>
          <a:p>
            <a:endParaRPr lang="en-IN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F7CBC1-763E-DA3A-4704-51F6B5814DEB}"/>
              </a:ext>
            </a:extLst>
          </p:cNvPr>
          <p:cNvSpPr txBox="1"/>
          <p:nvPr/>
        </p:nvSpPr>
        <p:spPr>
          <a:xfrm>
            <a:off x="5756528" y="7540862"/>
            <a:ext cx="184731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sz="2800" b="1" dirty="0">
              <a:latin typeface="Sitka Small Semibold" pitchFamily="2" charset="0"/>
            </a:endParaRPr>
          </a:p>
          <a:p>
            <a:endParaRPr lang="en-IN" b="1" dirty="0"/>
          </a:p>
          <a:p>
            <a:endParaRPr lang="en-IN" sz="2800" b="1" dirty="0">
              <a:latin typeface="Sitka Small Semibold" pitchFamily="2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49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995A1-B659-C3A6-57B5-695FBF59D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ardrop 6">
            <a:extLst>
              <a:ext uri="{FF2B5EF4-FFF2-40B4-BE49-F238E27FC236}">
                <a16:creationId xmlns:a16="http://schemas.microsoft.com/office/drawing/2014/main" id="{50C88FF3-4182-64A3-5BD0-FEFF72AA35A8}"/>
              </a:ext>
            </a:extLst>
          </p:cNvPr>
          <p:cNvSpPr/>
          <p:nvPr/>
        </p:nvSpPr>
        <p:spPr>
          <a:xfrm rot="1062362">
            <a:off x="9322096" y="4404625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ardrop 7">
            <a:extLst>
              <a:ext uri="{FF2B5EF4-FFF2-40B4-BE49-F238E27FC236}">
                <a16:creationId xmlns:a16="http://schemas.microsoft.com/office/drawing/2014/main" id="{82506F35-2DA0-CA80-5E67-363710B1F5B9}"/>
              </a:ext>
            </a:extLst>
          </p:cNvPr>
          <p:cNvSpPr/>
          <p:nvPr/>
        </p:nvSpPr>
        <p:spPr>
          <a:xfrm rot="781423">
            <a:off x="8168716" y="3418863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ardrop 8">
            <a:extLst>
              <a:ext uri="{FF2B5EF4-FFF2-40B4-BE49-F238E27FC236}">
                <a16:creationId xmlns:a16="http://schemas.microsoft.com/office/drawing/2014/main" id="{A54699B8-C389-C563-5271-1BCEA8A341BE}"/>
              </a:ext>
            </a:extLst>
          </p:cNvPr>
          <p:cNvSpPr/>
          <p:nvPr/>
        </p:nvSpPr>
        <p:spPr>
          <a:xfrm rot="15001258">
            <a:off x="2957336" y="3626939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ardrop 12">
            <a:extLst>
              <a:ext uri="{FF2B5EF4-FFF2-40B4-BE49-F238E27FC236}">
                <a16:creationId xmlns:a16="http://schemas.microsoft.com/office/drawing/2014/main" id="{AFA7E53B-C147-400F-023D-DD5F88E246C4}"/>
              </a:ext>
            </a:extLst>
          </p:cNvPr>
          <p:cNvSpPr/>
          <p:nvPr/>
        </p:nvSpPr>
        <p:spPr>
          <a:xfrm rot="16200000">
            <a:off x="4179948" y="3180098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ardrop 14">
            <a:extLst>
              <a:ext uri="{FF2B5EF4-FFF2-40B4-BE49-F238E27FC236}">
                <a16:creationId xmlns:a16="http://schemas.microsoft.com/office/drawing/2014/main" id="{3F7866A2-35AC-22EE-0F7A-EBC76BA05060}"/>
              </a:ext>
            </a:extLst>
          </p:cNvPr>
          <p:cNvSpPr/>
          <p:nvPr/>
        </p:nvSpPr>
        <p:spPr>
          <a:xfrm rot="20826328">
            <a:off x="6795710" y="3191370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ardrop 15">
            <a:extLst>
              <a:ext uri="{FF2B5EF4-FFF2-40B4-BE49-F238E27FC236}">
                <a16:creationId xmlns:a16="http://schemas.microsoft.com/office/drawing/2014/main" id="{39819AAA-2585-42A1-DE60-905DD8FCD5C3}"/>
              </a:ext>
            </a:extLst>
          </p:cNvPr>
          <p:cNvSpPr/>
          <p:nvPr/>
        </p:nvSpPr>
        <p:spPr>
          <a:xfrm rot="18900590">
            <a:off x="5434776" y="2991771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ardrop 16">
            <a:extLst>
              <a:ext uri="{FF2B5EF4-FFF2-40B4-BE49-F238E27FC236}">
                <a16:creationId xmlns:a16="http://schemas.microsoft.com/office/drawing/2014/main" id="{C69A9880-998D-708E-F95A-2A3CCA1DAA16}"/>
              </a:ext>
            </a:extLst>
          </p:cNvPr>
          <p:cNvSpPr/>
          <p:nvPr/>
        </p:nvSpPr>
        <p:spPr>
          <a:xfrm rot="14280130">
            <a:off x="1860497" y="4517426"/>
            <a:ext cx="1837166" cy="1830189"/>
          </a:xfrm>
          <a:prstGeom prst="teardrop">
            <a:avLst>
              <a:gd name="adj" fmla="val 107447"/>
            </a:avLst>
          </a:prstGeom>
          <a:effectLst>
            <a:outerShdw blurRad="101600" dist="38100" dir="10200000" sx="101000" sy="101000" algn="tr" rotWithShape="0">
              <a:prstClr val="black">
                <a:alpha val="5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B4E624-1639-D080-6981-682DD0420C22}"/>
              </a:ext>
            </a:extLst>
          </p:cNvPr>
          <p:cNvSpPr txBox="1"/>
          <p:nvPr/>
        </p:nvSpPr>
        <p:spPr>
          <a:xfrm>
            <a:off x="93933" y="4003424"/>
            <a:ext cx="211147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  <a:p>
            <a:r>
              <a:rPr lang="en-IN" sz="2800" b="1" dirty="0">
                <a:latin typeface="Sitka Small Semibold" pitchFamily="2" charset="0"/>
              </a:rPr>
              <a:t>1. </a:t>
            </a:r>
            <a:r>
              <a:rPr lang="en-IN" sz="2800" b="1" dirty="0" err="1">
                <a:latin typeface="Sitka Small Semibold" pitchFamily="2" charset="0"/>
              </a:rPr>
              <a:t>Hashcat</a:t>
            </a:r>
            <a:endParaRPr lang="en-IN" sz="2800" b="1" dirty="0">
              <a:latin typeface="Sitka Small Semibold" pitchFamily="2" charset="0"/>
            </a:endParaRPr>
          </a:p>
          <a:p>
            <a:endParaRPr lang="en-IN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B0DC13-7BDB-2F84-D034-2FF1EC778BA4}"/>
              </a:ext>
            </a:extLst>
          </p:cNvPr>
          <p:cNvSpPr txBox="1"/>
          <p:nvPr/>
        </p:nvSpPr>
        <p:spPr>
          <a:xfrm>
            <a:off x="1093491" y="3345009"/>
            <a:ext cx="18101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>
                <a:latin typeface="Sitka Small Semibold" pitchFamily="2" charset="0"/>
              </a:rPr>
              <a:t>2. </a:t>
            </a:r>
            <a:r>
              <a:rPr lang="en-IN" sz="2800" b="1" dirty="0" err="1">
                <a:latin typeface="Sitka Small Semibold" pitchFamily="2" charset="0"/>
              </a:rPr>
              <a:t>Wfuzz</a:t>
            </a:r>
            <a:endParaRPr lang="en-IN" sz="2800" b="1" dirty="0">
              <a:latin typeface="Sitka Small Semibold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DE4419-6A10-D978-F2AC-29B72C1B10C2}"/>
              </a:ext>
            </a:extLst>
          </p:cNvPr>
          <p:cNvSpPr txBox="1"/>
          <p:nvPr/>
        </p:nvSpPr>
        <p:spPr>
          <a:xfrm>
            <a:off x="1783637" y="2500971"/>
            <a:ext cx="26853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>
                <a:latin typeface="Sitka Small Semibold" pitchFamily="2" charset="0"/>
              </a:rPr>
              <a:t>3. THC Hydra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901FD7D-80EC-FD92-AA02-B9D77F6D4079}"/>
              </a:ext>
            </a:extLst>
          </p:cNvPr>
          <p:cNvSpPr txBox="1"/>
          <p:nvPr/>
        </p:nvSpPr>
        <p:spPr>
          <a:xfrm>
            <a:off x="5401816" y="1949412"/>
            <a:ext cx="2210862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>
                <a:latin typeface="Sitka Small Semibold" pitchFamily="2" charset="0"/>
              </a:rPr>
              <a:t>4. Medusa </a:t>
            </a:r>
          </a:p>
          <a:p>
            <a:endParaRPr lang="en-IN" sz="2400" dirty="0">
              <a:latin typeface="Sitka Small Semibold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464AFD-AA79-5DA7-6C9E-634CD894B1DC}"/>
              </a:ext>
            </a:extLst>
          </p:cNvPr>
          <p:cNvSpPr txBox="1"/>
          <p:nvPr/>
        </p:nvSpPr>
        <p:spPr>
          <a:xfrm>
            <a:off x="7481993" y="2206127"/>
            <a:ext cx="3446777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>
                <a:latin typeface="Sitka Small Semibold" pitchFamily="2" charset="0"/>
              </a:rPr>
              <a:t>5. Rainbow Crack</a:t>
            </a:r>
          </a:p>
          <a:p>
            <a:endParaRPr lang="en-IN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01D9B8-862E-4BE2-4E0E-A89316AA9617}"/>
              </a:ext>
            </a:extLst>
          </p:cNvPr>
          <p:cNvSpPr txBox="1"/>
          <p:nvPr/>
        </p:nvSpPr>
        <p:spPr>
          <a:xfrm>
            <a:off x="9258513" y="3006346"/>
            <a:ext cx="2834430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>
                <a:latin typeface="Sitka Small Semibold" pitchFamily="2" charset="0"/>
              </a:rPr>
              <a:t>6. </a:t>
            </a:r>
            <a:r>
              <a:rPr lang="en-IN" sz="2800" b="1" dirty="0" err="1">
                <a:latin typeface="Sitka Small Semibold" pitchFamily="2" charset="0"/>
              </a:rPr>
              <a:t>Aircrack</a:t>
            </a:r>
            <a:r>
              <a:rPr lang="en-IN" sz="2800" b="1" dirty="0">
                <a:latin typeface="Sitka Small Semibold" pitchFamily="2" charset="0"/>
              </a:rPr>
              <a:t>-ng</a:t>
            </a:r>
          </a:p>
          <a:p>
            <a:endParaRPr lang="en-IN" b="1" dirty="0"/>
          </a:p>
          <a:p>
            <a:endParaRPr lang="en-IN" sz="2800" b="1" dirty="0">
              <a:latin typeface="Sitka Small Semibold" pitchFamily="2" charset="0"/>
            </a:endParaRPr>
          </a:p>
          <a:p>
            <a:endParaRPr lang="en-IN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9AB3B6-E46A-977C-7587-16332A80DEB2}"/>
              </a:ext>
            </a:extLst>
          </p:cNvPr>
          <p:cNvSpPr txBox="1"/>
          <p:nvPr/>
        </p:nvSpPr>
        <p:spPr>
          <a:xfrm>
            <a:off x="10240679" y="3939552"/>
            <a:ext cx="1895071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800" b="1" dirty="0">
                <a:latin typeface="Sitka Small Semibold" pitchFamily="2" charset="0"/>
              </a:rPr>
              <a:t>7. Brutus</a:t>
            </a:r>
          </a:p>
          <a:p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2779D4-7B72-1588-DDC2-E9BE7541560B}"/>
              </a:ext>
            </a:extLst>
          </p:cNvPr>
          <p:cNvSpPr txBox="1"/>
          <p:nvPr/>
        </p:nvSpPr>
        <p:spPr>
          <a:xfrm>
            <a:off x="4683976" y="5453577"/>
            <a:ext cx="37099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800" dirty="0">
                <a:latin typeface="Arial Rounded MT Bold" panose="020F0704030504030204" pitchFamily="34" charset="0"/>
              </a:rPr>
              <a:t>Fig : TOOLS</a:t>
            </a:r>
          </a:p>
        </p:txBody>
      </p:sp>
    </p:spTree>
    <p:extLst>
      <p:ext uri="{BB962C8B-B14F-4D97-AF65-F5344CB8AC3E}">
        <p14:creationId xmlns:p14="http://schemas.microsoft.com/office/powerpoint/2010/main" val="2904799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FD2B2-6CD1-CB63-6378-3141A5615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955575" y="0"/>
            <a:ext cx="10018713" cy="631371"/>
          </a:xfrm>
        </p:spPr>
        <p:txBody>
          <a:bodyPr>
            <a:normAutofit fontScale="90000"/>
          </a:bodyPr>
          <a:lstStyle/>
          <a:p>
            <a:r>
              <a:rPr lang="en-IN" sz="3600" b="1" i="1" u="sng" dirty="0">
                <a:latin typeface="Arial Black" panose="020B0A04020102020204" pitchFamily="34" charset="0"/>
              </a:rPr>
              <a:t>EXPLAINATION: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E303F-0627-2053-5ADF-D00622743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6968" y="1719943"/>
            <a:ext cx="10675032" cy="6204857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AutoNum type="arabicPeriod"/>
            </a:pPr>
            <a:r>
              <a:rPr lang="en-US" u="sng" dirty="0" err="1">
                <a:solidFill>
                  <a:srgbClr val="FF0000"/>
                </a:solidFill>
                <a:latin typeface="Arial Black" panose="020B0A04020102020204" pitchFamily="34" charset="0"/>
              </a:rPr>
              <a:t>Hashcat</a:t>
            </a:r>
            <a:r>
              <a:rPr lang="en-US" dirty="0"/>
              <a:t> : </a:t>
            </a:r>
            <a:r>
              <a:rPr lang="en-US" dirty="0" err="1"/>
              <a:t>Hashcat</a:t>
            </a:r>
            <a:r>
              <a:rPr lang="en-US" dirty="0"/>
              <a:t> is one of the most popular and widely used password cracking software tools in existence</a:t>
            </a:r>
          </a:p>
          <a:p>
            <a:pPr marL="457200" indent="-457200">
              <a:buFont typeface="Arial"/>
              <a:buAutoNum type="arabicPeriod"/>
            </a:pPr>
            <a:r>
              <a:rPr lang="en-IN" b="1" dirty="0"/>
              <a:t> </a:t>
            </a:r>
            <a:r>
              <a:rPr lang="en-IN" b="1" u="sng" dirty="0" err="1">
                <a:solidFill>
                  <a:srgbClr val="FF0000"/>
                </a:solidFill>
                <a:latin typeface="Arial Black" panose="020B0A04020102020204" pitchFamily="34" charset="0"/>
              </a:rPr>
              <a:t>Wfuzz</a:t>
            </a:r>
            <a:r>
              <a:rPr lang="en-IN" b="1" dirty="0"/>
              <a:t> :</a:t>
            </a:r>
            <a:r>
              <a:rPr lang="en-US" dirty="0" err="1"/>
              <a:t>Wfuzz</a:t>
            </a:r>
            <a:r>
              <a:rPr lang="en-US" dirty="0"/>
              <a:t> is a web application password-cracking tool that tries to crack passwords via a brute-force guessing attack.</a:t>
            </a:r>
          </a:p>
          <a:p>
            <a:pPr marL="457200" indent="-457200">
              <a:buFont typeface="Arial"/>
              <a:buAutoNum type="arabicPeriod"/>
            </a:pPr>
            <a:r>
              <a:rPr lang="en-IN" b="1" dirty="0"/>
              <a:t> </a:t>
            </a:r>
            <a:r>
              <a:rPr lang="en-IN" b="1" u="sng" dirty="0">
                <a:solidFill>
                  <a:srgbClr val="FF0000"/>
                </a:solidFill>
                <a:latin typeface="Arial Black" panose="020B0A04020102020204" pitchFamily="34" charset="0"/>
              </a:rPr>
              <a:t>THC Hydra </a:t>
            </a:r>
            <a:r>
              <a:rPr lang="en-IN" b="1" dirty="0">
                <a:solidFill>
                  <a:srgbClr val="FF0000"/>
                </a:solidFill>
                <a:latin typeface="Arial Black" panose="020B0A04020102020204" pitchFamily="34" charset="0"/>
              </a:rPr>
              <a:t>: </a:t>
            </a:r>
            <a:r>
              <a:rPr lang="en-US" dirty="0"/>
              <a:t>THC Hydra is an online password-cracking tool that attempts to determine user credentials via a brute-force password-guessing attack.</a:t>
            </a:r>
          </a:p>
          <a:p>
            <a:pPr marL="457200" indent="-457200">
              <a:buFont typeface="Arial"/>
              <a:buAutoNum type="arabicPeriod"/>
            </a:pPr>
            <a:r>
              <a:rPr lang="en-IN" b="1" u="sng" dirty="0">
                <a:solidFill>
                  <a:srgbClr val="FF0000"/>
                </a:solidFill>
                <a:latin typeface="Arial Black" panose="020B0A04020102020204" pitchFamily="34" charset="0"/>
              </a:rPr>
              <a:t>Medusa : </a:t>
            </a:r>
            <a:r>
              <a:rPr lang="en-US" dirty="0"/>
              <a:t>Medusa is an online password-cracking tool similar to THC Hydra. It claims to be a speedy parallel, modular and login brute-forcing tool. </a:t>
            </a:r>
          </a:p>
          <a:p>
            <a:pPr marL="457200" indent="-457200">
              <a:buFont typeface="Arial"/>
              <a:buAutoNum type="arabicPeriod"/>
            </a:pPr>
            <a:r>
              <a:rPr lang="en-IN" b="1" u="sng" dirty="0">
                <a:solidFill>
                  <a:srgbClr val="FF0000"/>
                </a:solidFill>
                <a:latin typeface="Arial Black" panose="020B0A04020102020204" pitchFamily="34" charset="0"/>
              </a:rPr>
              <a:t>Rainbow Crack : </a:t>
            </a:r>
            <a:r>
              <a:rPr lang="en-US" dirty="0"/>
              <a:t>If an attacker has precomputed a table of password/hash pairs and stored them as a “rainbow table,” then the password-cracking process is simplified to a table lookup.</a:t>
            </a:r>
          </a:p>
          <a:p>
            <a:pPr marL="457200" indent="-457200">
              <a:buFont typeface="Arial"/>
              <a:buAutoNum type="arabicPeriod"/>
            </a:pPr>
            <a:r>
              <a:rPr lang="en-IN" b="1" dirty="0"/>
              <a:t> </a:t>
            </a:r>
            <a:r>
              <a:rPr lang="en-IN" b="1" u="sng" dirty="0" err="1">
                <a:solidFill>
                  <a:srgbClr val="FF0000"/>
                </a:solidFill>
                <a:latin typeface="Arial Black" panose="020B0A04020102020204" pitchFamily="34" charset="0"/>
              </a:rPr>
              <a:t>Aircrack</a:t>
            </a:r>
            <a:r>
              <a:rPr lang="en-IN" b="1" u="sng" dirty="0">
                <a:solidFill>
                  <a:srgbClr val="FF0000"/>
                </a:solidFill>
                <a:latin typeface="Arial Black" panose="020B0A04020102020204" pitchFamily="34" charset="0"/>
              </a:rPr>
              <a:t>-ng : </a:t>
            </a:r>
            <a:r>
              <a:rPr lang="en-US" dirty="0" err="1"/>
              <a:t>Aircrack</a:t>
            </a:r>
            <a:r>
              <a:rPr lang="en-US" dirty="0"/>
              <a:t>-ng is a Wi-Fi password-cracking tool that can crack WEP or WPA/WPA2 PSK passwords.</a:t>
            </a:r>
          </a:p>
          <a:p>
            <a:pPr marL="457200" indent="-457200">
              <a:buFont typeface="Arial"/>
              <a:buAutoNum type="arabicPeriod"/>
            </a:pPr>
            <a:r>
              <a:rPr lang="en-IN" b="1" dirty="0"/>
              <a:t> </a:t>
            </a:r>
            <a:r>
              <a:rPr lang="en-IN" b="1" u="sng" dirty="0">
                <a:solidFill>
                  <a:srgbClr val="FF0000"/>
                </a:solidFill>
                <a:latin typeface="Arial Black" panose="020B0A04020102020204" pitchFamily="34" charset="0"/>
              </a:rPr>
              <a:t>Brutus : </a:t>
            </a:r>
            <a:r>
              <a:rPr lang="en-US" dirty="0"/>
              <a:t>Brutus was one of the most popular remote online password-cracking tools. It claims to be the fastest and most flexible password-cracking tool.</a:t>
            </a:r>
            <a:endParaRPr lang="en-US" b="1" u="sng" dirty="0">
              <a:solidFill>
                <a:srgbClr val="FF0000"/>
              </a:solidFill>
              <a:latin typeface="Arial Black" panose="020B0A04020102020204" pitchFamily="34" charset="0"/>
            </a:endParaRP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Arial"/>
              <a:buAutoNum type="arabicPeriod"/>
            </a:pPr>
            <a:endParaRPr lang="en-IN" b="1" u="sng" dirty="0">
              <a:solidFill>
                <a:srgbClr val="FF0000"/>
              </a:solidFill>
              <a:latin typeface="Arial Black" panose="020B0A04020102020204" pitchFamily="34" charset="0"/>
            </a:endParaRPr>
          </a:p>
          <a:p>
            <a:pPr marL="457200" indent="-457200">
              <a:buFont typeface="Arial"/>
              <a:buAutoNum type="arabicPeriod"/>
            </a:pPr>
            <a:endParaRPr lang="en-US" dirty="0"/>
          </a:p>
          <a:p>
            <a:pPr marL="457200" indent="-457200">
              <a:buAutoNum type="arabicPeriod"/>
            </a:pPr>
            <a:endParaRPr lang="en-US" dirty="0"/>
          </a:p>
          <a:p>
            <a:pPr marL="457200" indent="-457200"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5691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B9E198-5BAF-538B-3EFB-2334EF78AC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7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4568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488</TotalTime>
  <Words>551</Words>
  <Application>Microsoft Office PowerPoint</Application>
  <PresentationFormat>Widescreen</PresentationFormat>
  <Paragraphs>73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Aptos</vt:lpstr>
      <vt:lpstr>Arial</vt:lpstr>
      <vt:lpstr>Arial Black</vt:lpstr>
      <vt:lpstr>Arial Rounded MT Bold</vt:lpstr>
      <vt:lpstr>Berlin Sans FB</vt:lpstr>
      <vt:lpstr>Berlin Sans FB Demi</vt:lpstr>
      <vt:lpstr>Copperplate Gothic Bold</vt:lpstr>
      <vt:lpstr>Corbel</vt:lpstr>
      <vt:lpstr>Sitka Small Semibold</vt:lpstr>
      <vt:lpstr>Parallax</vt:lpstr>
      <vt:lpstr>PowerPoint Presentation</vt:lpstr>
      <vt:lpstr>OJT (on Job Training) - 1</vt:lpstr>
      <vt:lpstr>PROJECT SUMMARY </vt:lpstr>
      <vt:lpstr>PowerPoint Presentation</vt:lpstr>
      <vt:lpstr>PowerPoint Presentation</vt:lpstr>
      <vt:lpstr>PowerPoint Presentation</vt:lpstr>
      <vt:lpstr>EXPLAINATION:</vt:lpstr>
      <vt:lpstr>PowerPoint Presentation</vt:lpstr>
      <vt:lpstr>PowerPoint Presentation</vt:lpstr>
      <vt:lpstr>EXPLAINATION: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vaibhav B</dc:creator>
  <cp:lastModifiedBy>vaibhav B</cp:lastModifiedBy>
  <cp:revision>1</cp:revision>
  <dcterms:created xsi:type="dcterms:W3CDTF">2026-03-04T16:58:57Z</dcterms:created>
  <dcterms:modified xsi:type="dcterms:W3CDTF">2026-03-05T11:57:22Z</dcterms:modified>
</cp:coreProperties>
</file>